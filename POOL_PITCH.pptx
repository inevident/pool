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81045e658a4295" /><Relationship Type="http://schemas.openxmlformats.org/officeDocument/2006/relationships/extended-properties" Target="/docProps/app.xml" Id="Rbd90610baf9544f9" /><Relationship Type="http://schemas.openxmlformats.org/officeDocument/2006/relationships/officeDocument" Target="/ppt/presentation.xml" Id="Rc91e7b061370487b" /></Relationships>
</file>

<file path=ppt/presentation.xml><?xml version="1.0" encoding="utf-8"?>
<p:presentation xmlns:p="http://schemas.openxmlformats.org/presentationml/2006/main">
  <p:sldMasterIdLst>
    <p:sldMasterId xmlns:r="http://schemas.openxmlformats.org/officeDocument/2006/relationships" id="2147483648" r:id="R8a50b600345741c0"/>
  </p:sldMasterIdLst>
  <p:notesMasterIdLst>
    <p:notesMasterId xmlns:r="http://schemas.openxmlformats.org/officeDocument/2006/relationships" r:id="R99e4d98591e54190"/>
  </p:notesMasterIdLst>
  <p:sldIdLst>
    <p:sldId xmlns:r="http://schemas.openxmlformats.org/officeDocument/2006/relationships" id="256" r:id="Rc462db9edd404ff8"/>
    <p:sldId xmlns:r="http://schemas.openxmlformats.org/officeDocument/2006/relationships" id="257" r:id="R12b1035d417e48e9"/>
    <p:sldId xmlns:r="http://schemas.openxmlformats.org/officeDocument/2006/relationships" id="258" r:id="R534dec90622f4779"/>
    <p:sldId xmlns:r="http://schemas.openxmlformats.org/officeDocument/2006/relationships" id="259" r:id="Rf837021939e14849"/>
    <p:sldId xmlns:r="http://schemas.openxmlformats.org/officeDocument/2006/relationships" id="260" r:id="Rd0e22e0c9f59414d"/>
    <p:sldId xmlns:r="http://schemas.openxmlformats.org/officeDocument/2006/relationships" id="261" r:id="R6c3140eb495447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515b8505cc4e82" /><Relationship Type="http://schemas.openxmlformats.org/officeDocument/2006/relationships/slideMaster" Target="/ppt/slideMasters/slideMaster1.xml" Id="R8a50b600345741c0" /><Relationship Type="http://schemas.openxmlformats.org/officeDocument/2006/relationships/notesMaster" Target="/ppt/notesMasters/notesMaster1.xml" Id="R99e4d98591e54190" /><Relationship Type="http://schemas.openxmlformats.org/officeDocument/2006/relationships/presProps" Target="/ppt/presProps.xml" Id="R2d521a9a362e4919" /><Relationship Type="http://schemas.openxmlformats.org/officeDocument/2006/relationships/tableStyles" Target="/ppt/tableStyles.xml" Id="R42cb5ec23f3b4a4a" /><Relationship Type="http://schemas.openxmlformats.org/officeDocument/2006/relationships/slide" Target="/ppt/slides/slide1.xml" Id="Rc462db9edd404ff8" /><Relationship Type="http://schemas.openxmlformats.org/officeDocument/2006/relationships/slide" Target="/ppt/slides/slide2.xml" Id="R12b1035d417e48e9" /><Relationship Type="http://schemas.openxmlformats.org/officeDocument/2006/relationships/slide" Target="/ppt/slides/slide3.xml" Id="R534dec90622f4779" /><Relationship Type="http://schemas.openxmlformats.org/officeDocument/2006/relationships/slide" Target="/ppt/slides/slide4.xml" Id="Rf837021939e14849" /><Relationship Type="http://schemas.openxmlformats.org/officeDocument/2006/relationships/slide" Target="/ppt/slides/slide5.xml" Id="Rd0e22e0c9f59414d" /><Relationship Type="http://schemas.openxmlformats.org/officeDocument/2006/relationships/slide" Target="/ppt/slides/slide6.xml" Id="R6c3140eb495447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a142d5b3e14b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ab2d80df304326" /><Relationship Type="http://schemas.openxmlformats.org/officeDocument/2006/relationships/notesMaster" Target="/ppt/notesMasters/notesMaster1.xml" Id="R99f5625dbf5e4a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96ce297bcd450c" /><Relationship Type="http://schemas.openxmlformats.org/officeDocument/2006/relationships/notesMaster" Target="/ppt/notesMasters/notesMaster1.xml" Id="R0f90f1e5e1f248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903396862f442a" /><Relationship Type="http://schemas.openxmlformats.org/officeDocument/2006/relationships/notesMaster" Target="/ppt/notesMasters/notesMaster1.xml" Id="R67f6d0e85bbe45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e6e0ca21e24411" /><Relationship Type="http://schemas.openxmlformats.org/officeDocument/2006/relationships/notesMaster" Target="/ppt/notesMasters/notesMaster1.xml" Id="R5d35be5e3ca148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6d2f03ffe24eb6" /><Relationship Type="http://schemas.openxmlformats.org/officeDocument/2006/relationships/notesMaster" Target="/ppt/notesMasters/notesMaster1.xml" Id="R372a4b6112f444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1228b7bc334a0f" /><Relationship Type="http://schemas.openxmlformats.org/officeDocument/2006/relationships/notesMaster" Target="/ppt/notesMasters/notesMaster1.xml" Id="R7da9dce4fe524c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Volume discounts have always existed — they were just reserved for whoever could commit a warehouse at a time. POOL democratizes that buying power. Shopping agents optimize one buyer at a time. POOL creates a different market: patient buyers organize into full-MSRP-reserved fixture demand, then simulated merchants compete for the entire order. In the fixed evidence fixture, 12 units clear at $389 instead of $479, making $1,080 available again in the fixture ledger. The fixture demonstrates the mechanism; no real money moved.</a:t>
            </a:r>
          </a:p>
          <a:p xmlns:a="http://schemas.openxmlformats.org/drawingml/2006/main">
            <a:r>
              <a:t/>
            </a:r>
          </a:p>
          <a:p xmlns:a="http://schemas.openxmlformats.org/drawingml/2006/main">
            <a:r>
              <a:t>[Sources]</a:t>
            </a:r>
          </a:p>
          <a:p xmlns:a="http://schemas.openxmlformats.org/drawingml/2006/main">
            <a:r>
              <a:t>- /Applications/Personal App/Pool/PITCH.md</a:t>
            </a:r>
          </a:p>
          <a:p xmlns:a="http://schemas.openxmlformats.org/drawingml/2006/main">
            <a:r>
              <a:t>- https://luma.com/encode-2gj9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homepage buyer agent turns natural language into a catalog-aware decision receipt. It shows the product match, private mandate, deterministic checks, and full-MSRP coverage that would be required only if the buyer later joins. Interpretation requests no financial authorization, saves nothing, reserves nothing, and moves $0. Only the buyer's explicit Save creates browser-local intent state; joining remains a separate later action. The catalog is seeded, not connected to live retailers.</a:t>
            </a:r>
          </a:p>
          <a:p xmlns:a="http://schemas.openxmlformats.org/drawingml/2006/main">
            <a:r>
              <a:t/>
            </a:r>
          </a:p>
          <a:p xmlns:a="http://schemas.openxmlformats.org/drawingml/2006/main">
            <a:r>
              <a:t>[Sources]</a:t>
            </a:r>
          </a:p>
          <a:p xmlns:a="http://schemas.openxmlformats.org/drawingml/2006/main">
            <a:r>
              <a:t>- /Applications/Personal App/Pool/app/_components/product-workspace.tsx</a:t>
            </a:r>
          </a:p>
          <a:p xmlns:a="http://schemas.openxmlformats.org/drawingml/2006/main">
            <a:r>
              <a:t>- /Applications/Personal App/Pool/app/api/agent/product-intent/route.ts</a:t>
            </a:r>
          </a:p>
          <a:p xmlns:a="http://schemas.openxmlformats.org/drawingml/2006/main">
            <a:r>
              <a:t>- /Applications/Personal App/Pool/PRODUCT.md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proof is source-bound to overnight@246d81a; the later product runtime is 8b1cee8. The release-provenance manifest makes that lineage explicit instead of implying the historical run came from the later runtime. Registry 0xE1b75A905Cab4005623AA8912AF4a67b9c29b217 deployed on Monad Testnet chain 10143 at finalized block 52198045. Commitment 0x12f3…543f finalized before six offer-registration transactions. After Rain, attestation 0x9abe…9807e finalized at block 52198437, naming one registered offer and binding the exact three-ID digest. GET /api/evidence/verify is a read-only current-chain check when available in the deployed runtime: it creates no financial authorization or external write and is not a fresh Rain execution or independent Rain oracle.</a:t>
            </a:r>
          </a:p>
          <a:p xmlns:a="http://schemas.openxmlformats.org/drawingml/2006/main">
            <a:r>
              <a:t/>
            </a:r>
          </a:p>
          <a:p xmlns:a="http://schemas.openxmlformats.org/drawingml/2006/main">
            <a:r>
              <a:t>[Sources]</a:t>
            </a:r>
          </a:p>
          <a:p xmlns:a="http://schemas.openxmlformats.org/drawingml/2006/main">
            <a:r>
              <a:t>- /Applications/Personal App/Pool/PITCH.md</a:t>
            </a:r>
          </a:p>
          <a:p xmlns:a="http://schemas.openxmlformats.org/drawingml/2006/main">
            <a:r>
              <a:t>- /Applications/Personal App/Pool/public/evidence/rain-monad-testnet-2026-08-09.json</a:t>
            </a:r>
          </a:p>
          <a:p xmlns:a="http://schemas.openxmlformats.org/drawingml/2006/main">
            <a:r>
              <a:t>- /Applications/Personal App/Pool/public/evidence/rain-monad-testnet-2026-08-09.png</a:t>
            </a:r>
          </a:p>
          <a:p xmlns:a="http://schemas.openxmlformats.org/drawingml/2006/main">
            <a:r>
              <a:t>- /Applications/Personal App/Pool/public/evidence/release-provenance-2026-08-09.json</a:t>
            </a:r>
          </a:p>
          <a:p xmlns:a="http://schemas.openxmlformats.org/drawingml/2006/main">
            <a:r>
              <a:t>- https://testnet.monadscan.com/address/0xE1b75A905Cab4005623AA8912AF4a67b9c29b217</a:t>
            </a:r>
          </a:p>
          <a:p xmlns:a="http://schemas.openxmlformats.org/drawingml/2006/main">
            <a:r>
              <a:t>- https://testnet.monadscan.com/tx/0x926f2aba82b9d28d116b1cec8d023ae576c145efe3b4bd58b0ed5f40c02ebc48</a:t>
            </a:r>
          </a:p>
          <a:p xmlns:a="http://schemas.openxmlformats.org/drawingml/2006/main">
            <a:r>
              <a:t>- https://testnet.monadscan.com/tx/0xf22b02b9988a1583634154677e0499f9859fcef24a1697f50e1cd7859519dfcd</a:t>
            </a:r>
          </a:p>
          <a:p xmlns:a="http://schemas.openxmlformats.org/drawingml/2006/main">
            <a:r>
              <a:t>- https://testnet.monadscan.com/tx/0x9abec12dded847e9466074a7c37f984b7fd5ca3315b80e6d74137adf2bc9807e</a:t>
            </a:r>
          </a:p>
          <a:p xmlns:a="http://schemas.openxmlformats.org/drawingml/2006/main">
            <a:r>
              <a:t>- https://docs.monad.xyz/developer-essentials/testnet</a:t>
            </a:r>
          </a:p>
          <a:p xmlns:a="http://schemas.openxmlformats.org/drawingml/2006/main">
            <a:r>
              <a:t>- https://docs.monad.xyz/guides/deploy-smart-contract/hardhat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after the fixture coalition freezes do three simulated seller agents receive an anonymized request. They never see private buyer ceilings or one another's floors. Deterministic policy checks price, delivery, warranty, quantity, freshness, and every private mandate; Signal clears at $389 per unit. The /merchant Seller Pilot Sandbox exposes the blinded fixture RFP and a zero-write bid dry run for Q&amp;A. It has no live retailer, traction claim, binding bid, inventory, order, payment, Rain call, or Monad call.</a:t>
            </a:r>
          </a:p>
          <a:p xmlns:a="http://schemas.openxmlformats.org/drawingml/2006/main">
            <a:r>
              <a:t/>
            </a:r>
          </a:p>
          <a:p xmlns:a="http://schemas.openxmlformats.org/drawingml/2006/main">
            <a:r>
              <a:t>[Sources]</a:t>
            </a:r>
          </a:p>
          <a:p xmlns:a="http://schemas.openxmlformats.org/drawingml/2006/main">
            <a:r>
              <a:t>- /Applications/Personal App/Pool/app/demo/demo-experience.tsx</a:t>
            </a:r>
          </a:p>
          <a:p xmlns:a="http://schemas.openxmlformats.org/drawingml/2006/main">
            <a:r>
              <a:t>- /Applications/Personal App/Pool/app/merchant/page.tsx</a:t>
            </a:r>
          </a:p>
          <a:p xmlns:a="http://schemas.openxmlformats.org/drawingml/2006/main">
            <a:r>
              <a:t>- /Applications/Personal App/Pool/app/api/merchant/pilot/route.ts</a:t>
            </a:r>
          </a:p>
          <a:p xmlns:a="http://schemas.openxmlformats.org/drawingml/2006/main">
            <a:r>
              <a:t>- /Applications/Personal App/Pool/lib/market/index.ts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Rain receives bounded payment authority only after the fixed market clears. POOL derives the requested scoped-card amount, electronics MCC 5732, and expiry from each allocation. Rain applies its documented 1.2× lifetime authorization ceiling to accommodate holds; POOL's deterministic preflight still admits only the exact agreed charge. The source-bound record preserves the same three exact settled IDs through same-day idempotent replay and the provider decline reason scoped_card_mcc_not_allowed for MCC 7995. The replay did not move real money or create three new records. Say 'Rain sandbox settled' only when provider IDs render; otherwise say rehearsal.</a:t>
            </a:r>
          </a:p>
          <a:p xmlns:a="http://schemas.openxmlformats.org/drawingml/2006/main">
            <a:r>
              <a:t/>
            </a:r>
          </a:p>
          <a:p xmlns:a="http://schemas.openxmlformats.org/drawingml/2006/main">
            <a:r>
              <a:t>[Sources]</a:t>
            </a:r>
          </a:p>
          <a:p xmlns:a="http://schemas.openxmlformats.org/drawingml/2006/main">
            <a:r>
              <a:t>- /Applications/Personal App/Pool/PITCH.md</a:t>
            </a:r>
          </a:p>
          <a:p xmlns:a="http://schemas.openxmlformats.org/drawingml/2006/main">
            <a:r>
              <a:t>- /Applications/Personal App/Pool/public/evidence/rain-monad-testnet-2026-08-09.json</a:t>
            </a:r>
          </a:p>
          <a:p xmlns:a="http://schemas.openxmlformats.org/drawingml/2006/main">
            <a:r>
              <a:t>- /Applications/Personal App/Pool/public/evidence/rain-monad-testnet-2026-08-09.png</a:t>
            </a:r>
          </a:p>
          <a:p xmlns:a="http://schemas.openxmlformats.org/drawingml/2006/main">
            <a:r>
              <a:t>- https://rain-sandbox-trial.mintlify.site/docs/quickstart</a:t>
            </a:r>
          </a:p>
          <a:p xmlns:a="http://schemas.openxmlformats.org/drawingml/2006/main">
            <a:r>
              <a:t>- https://rain-sandbox-trial.mintlify.site/docs/scoped-cards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value and label the economics as a decision model, not observed revenue. The fixed fixture ledger reserves $5,748, the source-bound Rain sandbox record totals $4,668, and the fixture makes $1,080 available again—18.8% gross savings. If a future POOL charged 5%, 10%, or 15% of realized savings, this single fixture would imply $54, $108, or $162 of platform revenue before costs while buyers retain 17.8%, 16.9%, or 16.0% net savings versus MSRP. No fee is implemented or present in the fixed record; no merchant has validated this model; tax, shipping, payment, returns, fraud, support, and custody costs are excluded. No real money moved. The consumer product market remains modeled-quote rehearsal only.</a:t>
            </a:r>
          </a:p>
          <a:p xmlns:a="http://schemas.openxmlformats.org/drawingml/2006/main">
            <a:r>
              <a:t/>
            </a:r>
          </a:p>
          <a:p xmlns:a="http://schemas.openxmlformats.org/drawingml/2006/main">
            <a:r>
              <a:t>[Sources]</a:t>
            </a:r>
          </a:p>
          <a:p xmlns:a="http://schemas.openxmlformats.org/drawingml/2006/main">
            <a:r>
              <a:t>- /Applications/Personal App/Pool/PITCH.md</a:t>
            </a:r>
          </a:p>
          <a:p xmlns:a="http://schemas.openxmlformats.org/drawingml/2006/main">
            <a:r>
              <a:t>- /Applications/Personal App/Pool/app/demo/demo-experience.tsx</a:t>
            </a:r>
          </a:p>
          <a:p xmlns:a="http://schemas.openxmlformats.org/drawingml/2006/main">
            <a:r>
              <a:t>- /Applications/Personal App/Pool/public/evidence/rain-monad-testnet-2026-08-09.json</a:t>
            </a:r>
          </a:p>
          <a:p xmlns:a="http://schemas.openxmlformats.org/drawingml/2006/main">
            <a:r>
              <a:t>- /Applications/Personal App/Pool/public/evidence/rain-monad-testnet-2026-08-09.png</a:t>
            </a:r>
          </a:p>
          <a:p xmlns:a="http://schemas.openxmlformats.org/drawingml/2006/main">
            <a:r>
              <a:t>- https://rain-sandbox-trial.mintlify.site/docs/scoped-cards</a:t>
            </a:r>
          </a:p>
          <a:p xmlns:a="http://schemas.openxmlformats.org/drawingml/2006/main">
            <a:r>
              <a:t>- https://docs.monad.xyz/developer-essentials/testnet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209b806b2344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4d4894e6624735" /><Relationship Type="http://schemas.openxmlformats.org/officeDocument/2006/relationships/slideLayout" Target="/ppt/slideLayouts/slideLayout1.xml" Id="R353b0a5706e841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3b0a5706e841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bc19c8edaf40a6" /><Relationship Type="http://schemas.openxmlformats.org/officeDocument/2006/relationships/notesSlide" Target="/ppt/notesSlides/notesSlide1.xml" Id="R5054c9f64cde4d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870edd25534035" /><Relationship Type="http://schemas.openxmlformats.org/officeDocument/2006/relationships/notesSlide" Target="/ppt/notesSlides/notesSlide2.xml" Id="Rfca9918a8cd345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14127837284cbd" /><Relationship Type="http://schemas.openxmlformats.org/officeDocument/2006/relationships/notesSlide" Target="/ppt/notesSlides/notesSlide3.xml" Id="Ra4d26cabda4849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b23006fdad4462" /><Relationship Type="http://schemas.openxmlformats.org/officeDocument/2006/relationships/notesSlide" Target="/ppt/notesSlides/notesSlide4.xml" Id="R7dad5ab77cce49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870344e8db4883" /><Relationship Type="http://schemas.openxmlformats.org/officeDocument/2006/relationships/notesSlide" Target="/ppt/notesSlides/notesSlide5.xml" Id="R0eebc4be9e3d44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98c32fc98c407a" /><Relationship Type="http://schemas.openxmlformats.org/officeDocument/2006/relationships/notesSlide" Target="/ppt/notesSlides/notesSlide6.xml" Id="R655f1ecd869f4fa2" /></Relationships>
</file>

<file path=ppt/slides/slide1.xml><?xml version="1.0" encoding="utf-8"?>
<p:sld xmlns:p="http://schemas.openxmlformats.org/presentationml/2006/main">
  <p:cSld>
    <p:bg>
      <p:bgPr>
        <a:solidFill xmlns:a="http://schemas.openxmlformats.org/drawingml/2006/main">
          <a:srgbClr val="080A09"/>
        </a:solidFill>
      </p:bgPr>
    </p:bg>
    <p:spTree>
      <p:nvGrpSpPr>
        <p:cNvPr id="1" name=""/>
        <p:cNvGrpSpPr/>
        <p:nvPr/>
      </p:nvGrpSpPr>
      <p:grpSpPr>
        <a:xfrm xmlns:a="http://schemas.openxmlformats.org/drawingml/2006/main"/>
      </p:grpSpPr>
      <p:sp>
        <p:nvSpPr>
          <p:cNvPr id="56" name="grid-v-40">
            <a:extLst xmlns:a="http://schemas.openxmlformats.org/drawingml/2006/main">
              <a:ext uri="{FF2B5EF4-FFF2-40B4-BE49-F238E27FC236}">
                <a16:creationId xmlns:a16="http://schemas.microsoft.com/office/drawing/2014/main" id="{90C42DBD-A265-41EB-A9C0-35D9A08797B4}"/>
              </a:ext>
            </a:extLst>
          </p:cNvPr>
          <p:cNvSpPr>
            <a:spLocks xmlns:a="http://schemas.openxmlformats.org/drawingml/2006/main" noGrp="1"/>
          </p:cNvSpPr>
          <p:nvPr/>
        </p:nvSpPr>
        <p:spPr>
          <a:xfrm xmlns:a="http://schemas.openxmlformats.org/drawingml/2006/main">
            <a:off x="381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 name="grid-v-104">
            <a:extLst xmlns:a="http://schemas.openxmlformats.org/drawingml/2006/main">
              <a:ext uri="{FF2B5EF4-FFF2-40B4-BE49-F238E27FC236}">
                <a16:creationId xmlns:a16="http://schemas.microsoft.com/office/drawing/2014/main" id="{C2C053FB-A7D5-436F-9984-74D2303CDC34}"/>
              </a:ext>
            </a:extLst>
          </p:cNvPr>
          <p:cNvSpPr>
            <a:spLocks xmlns:a="http://schemas.openxmlformats.org/drawingml/2006/main" noGrp="1"/>
          </p:cNvSpPr>
          <p:nvPr/>
        </p:nvSpPr>
        <p:spPr>
          <a:xfrm xmlns:a="http://schemas.openxmlformats.org/drawingml/2006/main">
            <a:off x="990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3" name="grid-v-168">
            <a:extLst xmlns:a="http://schemas.openxmlformats.org/drawingml/2006/main">
              <a:ext uri="{FF2B5EF4-FFF2-40B4-BE49-F238E27FC236}">
                <a16:creationId xmlns:a16="http://schemas.microsoft.com/office/drawing/2014/main" id="{56E9B12F-865E-4FA1-87EC-9DA94390F785}"/>
              </a:ext>
            </a:extLst>
          </p:cNvPr>
          <p:cNvSpPr>
            <a:spLocks xmlns:a="http://schemas.openxmlformats.org/drawingml/2006/main" noGrp="1"/>
          </p:cNvSpPr>
          <p:nvPr/>
        </p:nvSpPr>
        <p:spPr>
          <a:xfrm xmlns:a="http://schemas.openxmlformats.org/drawingml/2006/main">
            <a:off x="1600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4" name="grid-v-232">
            <a:extLst xmlns:a="http://schemas.openxmlformats.org/drawingml/2006/main">
              <a:ext uri="{FF2B5EF4-FFF2-40B4-BE49-F238E27FC236}">
                <a16:creationId xmlns:a16="http://schemas.microsoft.com/office/drawing/2014/main" id="{0DA70453-1DE7-44FA-B991-4B019A0DDFA3}"/>
              </a:ext>
            </a:extLst>
          </p:cNvPr>
          <p:cNvSpPr>
            <a:spLocks xmlns:a="http://schemas.openxmlformats.org/drawingml/2006/main" noGrp="1"/>
          </p:cNvSpPr>
          <p:nvPr/>
        </p:nvSpPr>
        <p:spPr>
          <a:xfrm xmlns:a="http://schemas.openxmlformats.org/drawingml/2006/main">
            <a:off x="2209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5" name="grid-v-296">
            <a:extLst xmlns:a="http://schemas.openxmlformats.org/drawingml/2006/main">
              <a:ext uri="{FF2B5EF4-FFF2-40B4-BE49-F238E27FC236}">
                <a16:creationId xmlns:a16="http://schemas.microsoft.com/office/drawing/2014/main" id="{E39A2A3D-54BD-41C8-824C-5EC694AF0551}"/>
              </a:ext>
            </a:extLst>
          </p:cNvPr>
          <p:cNvSpPr>
            <a:spLocks xmlns:a="http://schemas.openxmlformats.org/drawingml/2006/main" noGrp="1"/>
          </p:cNvSpPr>
          <p:nvPr/>
        </p:nvSpPr>
        <p:spPr>
          <a:xfrm xmlns:a="http://schemas.openxmlformats.org/drawingml/2006/main">
            <a:off x="2819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6" name="grid-v-360">
            <a:extLst xmlns:a="http://schemas.openxmlformats.org/drawingml/2006/main">
              <a:ext uri="{FF2B5EF4-FFF2-40B4-BE49-F238E27FC236}">
                <a16:creationId xmlns:a16="http://schemas.microsoft.com/office/drawing/2014/main" id="{2528B0ED-23F8-4BBF-BE7C-E51C4348BB22}"/>
              </a:ext>
            </a:extLst>
          </p:cNvPr>
          <p:cNvSpPr>
            <a:spLocks xmlns:a="http://schemas.openxmlformats.org/drawingml/2006/main" noGrp="1"/>
          </p:cNvSpPr>
          <p:nvPr/>
        </p:nvSpPr>
        <p:spPr>
          <a:xfrm xmlns:a="http://schemas.openxmlformats.org/drawingml/2006/main">
            <a:off x="3429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7" name="grid-v-424">
            <a:extLst xmlns:a="http://schemas.openxmlformats.org/drawingml/2006/main">
              <a:ext uri="{FF2B5EF4-FFF2-40B4-BE49-F238E27FC236}">
                <a16:creationId xmlns:a16="http://schemas.microsoft.com/office/drawing/2014/main" id="{E4B5491A-397A-4930-9EDC-EE4B1219296C}"/>
              </a:ext>
            </a:extLst>
          </p:cNvPr>
          <p:cNvSpPr>
            <a:spLocks xmlns:a="http://schemas.openxmlformats.org/drawingml/2006/main" noGrp="1"/>
          </p:cNvSpPr>
          <p:nvPr/>
        </p:nvSpPr>
        <p:spPr>
          <a:xfrm xmlns:a="http://schemas.openxmlformats.org/drawingml/2006/main">
            <a:off x="4038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8" name="grid-v-488">
            <a:extLst xmlns:a="http://schemas.openxmlformats.org/drawingml/2006/main">
              <a:ext uri="{FF2B5EF4-FFF2-40B4-BE49-F238E27FC236}">
                <a16:creationId xmlns:a16="http://schemas.microsoft.com/office/drawing/2014/main" id="{0F961B90-1C07-4031-9A0D-D40208042284}"/>
              </a:ext>
            </a:extLst>
          </p:cNvPr>
          <p:cNvSpPr>
            <a:spLocks xmlns:a="http://schemas.openxmlformats.org/drawingml/2006/main" noGrp="1"/>
          </p:cNvSpPr>
          <p:nvPr/>
        </p:nvSpPr>
        <p:spPr>
          <a:xfrm xmlns:a="http://schemas.openxmlformats.org/drawingml/2006/main">
            <a:off x="4648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9" name="grid-v-552">
            <a:extLst xmlns:a="http://schemas.openxmlformats.org/drawingml/2006/main">
              <a:ext uri="{FF2B5EF4-FFF2-40B4-BE49-F238E27FC236}">
                <a16:creationId xmlns:a16="http://schemas.microsoft.com/office/drawing/2014/main" id="{8047F5C5-68C4-4A84-8AD9-7F7AC37C7B6F}"/>
              </a:ext>
            </a:extLst>
          </p:cNvPr>
          <p:cNvSpPr>
            <a:spLocks xmlns:a="http://schemas.openxmlformats.org/drawingml/2006/main" noGrp="1"/>
          </p:cNvSpPr>
          <p:nvPr/>
        </p:nvSpPr>
        <p:spPr>
          <a:xfrm xmlns:a="http://schemas.openxmlformats.org/drawingml/2006/main">
            <a:off x="5257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0" name="grid-v-616">
            <a:extLst xmlns:a="http://schemas.openxmlformats.org/drawingml/2006/main">
              <a:ext uri="{FF2B5EF4-FFF2-40B4-BE49-F238E27FC236}">
                <a16:creationId xmlns:a16="http://schemas.microsoft.com/office/drawing/2014/main" id="{C1525BB2-9E59-490B-A80F-FE471A9F3F30}"/>
              </a:ext>
            </a:extLst>
          </p:cNvPr>
          <p:cNvSpPr>
            <a:spLocks xmlns:a="http://schemas.openxmlformats.org/drawingml/2006/main" noGrp="1"/>
          </p:cNvSpPr>
          <p:nvPr/>
        </p:nvSpPr>
        <p:spPr>
          <a:xfrm xmlns:a="http://schemas.openxmlformats.org/drawingml/2006/main">
            <a:off x="5867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1" name="grid-v-680">
            <a:extLst xmlns:a="http://schemas.openxmlformats.org/drawingml/2006/main">
              <a:ext uri="{FF2B5EF4-FFF2-40B4-BE49-F238E27FC236}">
                <a16:creationId xmlns:a16="http://schemas.microsoft.com/office/drawing/2014/main" id="{0EBF6DA7-DDF4-4148-92A2-051F57F45F18}"/>
              </a:ext>
            </a:extLst>
          </p:cNvPr>
          <p:cNvSpPr>
            <a:spLocks xmlns:a="http://schemas.openxmlformats.org/drawingml/2006/main" noGrp="1"/>
          </p:cNvSpPr>
          <p:nvPr/>
        </p:nvSpPr>
        <p:spPr>
          <a:xfrm xmlns:a="http://schemas.openxmlformats.org/drawingml/2006/main">
            <a:off x="6477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2" name="grid-v-744">
            <a:extLst xmlns:a="http://schemas.openxmlformats.org/drawingml/2006/main">
              <a:ext uri="{FF2B5EF4-FFF2-40B4-BE49-F238E27FC236}">
                <a16:creationId xmlns:a16="http://schemas.microsoft.com/office/drawing/2014/main" id="{A40F757B-DF87-4874-B3B8-2F9A718CEBA1}"/>
              </a:ext>
            </a:extLst>
          </p:cNvPr>
          <p:cNvSpPr>
            <a:spLocks xmlns:a="http://schemas.openxmlformats.org/drawingml/2006/main" noGrp="1"/>
          </p:cNvSpPr>
          <p:nvPr/>
        </p:nvSpPr>
        <p:spPr>
          <a:xfrm xmlns:a="http://schemas.openxmlformats.org/drawingml/2006/main">
            <a:off x="7086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3" name="grid-v-808">
            <a:extLst xmlns:a="http://schemas.openxmlformats.org/drawingml/2006/main">
              <a:ext uri="{FF2B5EF4-FFF2-40B4-BE49-F238E27FC236}">
                <a16:creationId xmlns:a16="http://schemas.microsoft.com/office/drawing/2014/main" id="{34F8DC01-28A6-4022-96C5-A23FDC784158}"/>
              </a:ext>
            </a:extLst>
          </p:cNvPr>
          <p:cNvSpPr>
            <a:spLocks xmlns:a="http://schemas.openxmlformats.org/drawingml/2006/main" noGrp="1"/>
          </p:cNvSpPr>
          <p:nvPr/>
        </p:nvSpPr>
        <p:spPr>
          <a:xfrm xmlns:a="http://schemas.openxmlformats.org/drawingml/2006/main">
            <a:off x="7696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4" name="grid-v-872">
            <a:extLst xmlns:a="http://schemas.openxmlformats.org/drawingml/2006/main">
              <a:ext uri="{FF2B5EF4-FFF2-40B4-BE49-F238E27FC236}">
                <a16:creationId xmlns:a16="http://schemas.microsoft.com/office/drawing/2014/main" id="{0D891DD0-5C45-4DBC-A0BD-62873F9EBB2A}"/>
              </a:ext>
            </a:extLst>
          </p:cNvPr>
          <p:cNvSpPr>
            <a:spLocks xmlns:a="http://schemas.openxmlformats.org/drawingml/2006/main" noGrp="1"/>
          </p:cNvSpPr>
          <p:nvPr/>
        </p:nvSpPr>
        <p:spPr>
          <a:xfrm xmlns:a="http://schemas.openxmlformats.org/drawingml/2006/main">
            <a:off x="8305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5" name="grid-v-936">
            <a:extLst xmlns:a="http://schemas.openxmlformats.org/drawingml/2006/main">
              <a:ext uri="{FF2B5EF4-FFF2-40B4-BE49-F238E27FC236}">
                <a16:creationId xmlns:a16="http://schemas.microsoft.com/office/drawing/2014/main" id="{7DE37B6A-F9DF-4366-B84E-BA432B7B1B17}"/>
              </a:ext>
            </a:extLst>
          </p:cNvPr>
          <p:cNvSpPr>
            <a:spLocks xmlns:a="http://schemas.openxmlformats.org/drawingml/2006/main" noGrp="1"/>
          </p:cNvSpPr>
          <p:nvPr/>
        </p:nvSpPr>
        <p:spPr>
          <a:xfrm xmlns:a="http://schemas.openxmlformats.org/drawingml/2006/main">
            <a:off x="8915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6" name="grid-v-1000">
            <a:extLst xmlns:a="http://schemas.openxmlformats.org/drawingml/2006/main">
              <a:ext uri="{FF2B5EF4-FFF2-40B4-BE49-F238E27FC236}">
                <a16:creationId xmlns:a16="http://schemas.microsoft.com/office/drawing/2014/main" id="{6D02FCE6-8577-4A4C-A277-14917695EC59}"/>
              </a:ext>
            </a:extLst>
          </p:cNvPr>
          <p:cNvSpPr>
            <a:spLocks xmlns:a="http://schemas.openxmlformats.org/drawingml/2006/main" noGrp="1"/>
          </p:cNvSpPr>
          <p:nvPr/>
        </p:nvSpPr>
        <p:spPr>
          <a:xfrm xmlns:a="http://schemas.openxmlformats.org/drawingml/2006/main">
            <a:off x="9525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7" name="grid-v-1064">
            <a:extLst xmlns:a="http://schemas.openxmlformats.org/drawingml/2006/main">
              <a:ext uri="{FF2B5EF4-FFF2-40B4-BE49-F238E27FC236}">
                <a16:creationId xmlns:a16="http://schemas.microsoft.com/office/drawing/2014/main" id="{EE585AB6-7373-4983-A00F-8E4D898612A1}"/>
              </a:ext>
            </a:extLst>
          </p:cNvPr>
          <p:cNvSpPr>
            <a:spLocks xmlns:a="http://schemas.openxmlformats.org/drawingml/2006/main" noGrp="1"/>
          </p:cNvSpPr>
          <p:nvPr/>
        </p:nvSpPr>
        <p:spPr>
          <a:xfrm xmlns:a="http://schemas.openxmlformats.org/drawingml/2006/main">
            <a:off x="10134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8" name="grid-v-1128">
            <a:extLst xmlns:a="http://schemas.openxmlformats.org/drawingml/2006/main">
              <a:ext uri="{FF2B5EF4-FFF2-40B4-BE49-F238E27FC236}">
                <a16:creationId xmlns:a16="http://schemas.microsoft.com/office/drawing/2014/main" id="{293D93A7-993F-46AC-8B86-241C635CCA63}"/>
              </a:ext>
            </a:extLst>
          </p:cNvPr>
          <p:cNvSpPr>
            <a:spLocks xmlns:a="http://schemas.openxmlformats.org/drawingml/2006/main" noGrp="1"/>
          </p:cNvSpPr>
          <p:nvPr/>
        </p:nvSpPr>
        <p:spPr>
          <a:xfrm xmlns:a="http://schemas.openxmlformats.org/drawingml/2006/main">
            <a:off x="10744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9" name="grid-v-1192">
            <a:extLst xmlns:a="http://schemas.openxmlformats.org/drawingml/2006/main">
              <a:ext uri="{FF2B5EF4-FFF2-40B4-BE49-F238E27FC236}">
                <a16:creationId xmlns:a16="http://schemas.microsoft.com/office/drawing/2014/main" id="{932EC2AC-612B-4862-A567-15E5E8F22EFC}"/>
              </a:ext>
            </a:extLst>
          </p:cNvPr>
          <p:cNvSpPr>
            <a:spLocks xmlns:a="http://schemas.openxmlformats.org/drawingml/2006/main" noGrp="1"/>
          </p:cNvSpPr>
          <p:nvPr/>
        </p:nvSpPr>
        <p:spPr>
          <a:xfrm xmlns:a="http://schemas.openxmlformats.org/drawingml/2006/main">
            <a:off x="11353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0" name="grid-h-112">
            <a:extLst xmlns:a="http://schemas.openxmlformats.org/drawingml/2006/main">
              <a:ext uri="{FF2B5EF4-FFF2-40B4-BE49-F238E27FC236}">
                <a16:creationId xmlns:a16="http://schemas.microsoft.com/office/drawing/2014/main" id="{58548BB5-0EEB-4B28-B039-38D4007B49E8}"/>
              </a:ext>
            </a:extLst>
          </p:cNvPr>
          <p:cNvSpPr>
            <a:spLocks xmlns:a="http://schemas.openxmlformats.org/drawingml/2006/main" noGrp="1"/>
          </p:cNvSpPr>
          <p:nvPr/>
        </p:nvSpPr>
        <p:spPr>
          <a:xfrm xmlns:a="http://schemas.openxmlformats.org/drawingml/2006/main">
            <a:off x="381000" y="1066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1" name="grid-h-176">
            <a:extLst xmlns:a="http://schemas.openxmlformats.org/drawingml/2006/main">
              <a:ext uri="{FF2B5EF4-FFF2-40B4-BE49-F238E27FC236}">
                <a16:creationId xmlns:a16="http://schemas.microsoft.com/office/drawing/2014/main" id="{DC8B985C-DBF5-4DDA-BFE7-6808BF3F10BE}"/>
              </a:ext>
            </a:extLst>
          </p:cNvPr>
          <p:cNvSpPr>
            <a:spLocks xmlns:a="http://schemas.openxmlformats.org/drawingml/2006/main" noGrp="1"/>
          </p:cNvSpPr>
          <p:nvPr/>
        </p:nvSpPr>
        <p:spPr>
          <a:xfrm xmlns:a="http://schemas.openxmlformats.org/drawingml/2006/main">
            <a:off x="381000" y="1676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2" name="grid-h-240">
            <a:extLst xmlns:a="http://schemas.openxmlformats.org/drawingml/2006/main">
              <a:ext uri="{FF2B5EF4-FFF2-40B4-BE49-F238E27FC236}">
                <a16:creationId xmlns:a16="http://schemas.microsoft.com/office/drawing/2014/main" id="{8B15EDEE-4627-4C64-B655-B13920DA55CA}"/>
              </a:ext>
            </a:extLst>
          </p:cNvPr>
          <p:cNvSpPr>
            <a:spLocks xmlns:a="http://schemas.openxmlformats.org/drawingml/2006/main" noGrp="1"/>
          </p:cNvSpPr>
          <p:nvPr/>
        </p:nvSpPr>
        <p:spPr>
          <a:xfrm xmlns:a="http://schemas.openxmlformats.org/drawingml/2006/main">
            <a:off x="381000" y="2286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3" name="grid-h-304">
            <a:extLst xmlns:a="http://schemas.openxmlformats.org/drawingml/2006/main">
              <a:ext uri="{FF2B5EF4-FFF2-40B4-BE49-F238E27FC236}">
                <a16:creationId xmlns:a16="http://schemas.microsoft.com/office/drawing/2014/main" id="{8A04CF69-7E42-42BF-8AFA-3562DC02DFA8}"/>
              </a:ext>
            </a:extLst>
          </p:cNvPr>
          <p:cNvSpPr>
            <a:spLocks xmlns:a="http://schemas.openxmlformats.org/drawingml/2006/main" noGrp="1"/>
          </p:cNvSpPr>
          <p:nvPr/>
        </p:nvSpPr>
        <p:spPr>
          <a:xfrm xmlns:a="http://schemas.openxmlformats.org/drawingml/2006/main">
            <a:off x="381000" y="2895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4" name="grid-h-368">
            <a:extLst xmlns:a="http://schemas.openxmlformats.org/drawingml/2006/main">
              <a:ext uri="{FF2B5EF4-FFF2-40B4-BE49-F238E27FC236}">
                <a16:creationId xmlns:a16="http://schemas.microsoft.com/office/drawing/2014/main" id="{5443D425-4BAE-4BB4-900B-DE86F650C6A7}"/>
              </a:ext>
            </a:extLst>
          </p:cNvPr>
          <p:cNvSpPr>
            <a:spLocks xmlns:a="http://schemas.openxmlformats.org/drawingml/2006/main" noGrp="1"/>
          </p:cNvSpPr>
          <p:nvPr/>
        </p:nvSpPr>
        <p:spPr>
          <a:xfrm xmlns:a="http://schemas.openxmlformats.org/drawingml/2006/main">
            <a:off x="381000" y="35052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5" name="grid-h-432">
            <a:extLst xmlns:a="http://schemas.openxmlformats.org/drawingml/2006/main">
              <a:ext uri="{FF2B5EF4-FFF2-40B4-BE49-F238E27FC236}">
                <a16:creationId xmlns:a16="http://schemas.microsoft.com/office/drawing/2014/main" id="{E20BC475-9827-4D46-9382-3EE24E215D29}"/>
              </a:ext>
            </a:extLst>
          </p:cNvPr>
          <p:cNvSpPr>
            <a:spLocks xmlns:a="http://schemas.openxmlformats.org/drawingml/2006/main" noGrp="1"/>
          </p:cNvSpPr>
          <p:nvPr/>
        </p:nvSpPr>
        <p:spPr>
          <a:xfrm xmlns:a="http://schemas.openxmlformats.org/drawingml/2006/main">
            <a:off x="381000" y="4114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6" name="grid-h-496">
            <a:extLst xmlns:a="http://schemas.openxmlformats.org/drawingml/2006/main">
              <a:ext uri="{FF2B5EF4-FFF2-40B4-BE49-F238E27FC236}">
                <a16:creationId xmlns:a16="http://schemas.microsoft.com/office/drawing/2014/main" id="{8D73A421-5BA5-47A4-B9E7-B6C9B8855199}"/>
              </a:ext>
            </a:extLst>
          </p:cNvPr>
          <p:cNvSpPr>
            <a:spLocks xmlns:a="http://schemas.openxmlformats.org/drawingml/2006/main" noGrp="1"/>
          </p:cNvSpPr>
          <p:nvPr/>
        </p:nvSpPr>
        <p:spPr>
          <a:xfrm xmlns:a="http://schemas.openxmlformats.org/drawingml/2006/main">
            <a:off x="381000" y="4724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7" name="grid-h-560">
            <a:extLst xmlns:a="http://schemas.openxmlformats.org/drawingml/2006/main">
              <a:ext uri="{FF2B5EF4-FFF2-40B4-BE49-F238E27FC236}">
                <a16:creationId xmlns:a16="http://schemas.microsoft.com/office/drawing/2014/main" id="{F2A72AFE-6228-4ED3-A88D-610213FFA4DC}"/>
              </a:ext>
            </a:extLst>
          </p:cNvPr>
          <p:cNvSpPr>
            <a:spLocks xmlns:a="http://schemas.openxmlformats.org/drawingml/2006/main" noGrp="1"/>
          </p:cNvSpPr>
          <p:nvPr/>
        </p:nvSpPr>
        <p:spPr>
          <a:xfrm xmlns:a="http://schemas.openxmlformats.org/drawingml/2006/main">
            <a:off x="381000" y="5334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8" name="grid-h-624">
            <a:extLst xmlns:a="http://schemas.openxmlformats.org/drawingml/2006/main">
              <a:ext uri="{FF2B5EF4-FFF2-40B4-BE49-F238E27FC236}">
                <a16:creationId xmlns:a16="http://schemas.microsoft.com/office/drawing/2014/main" id="{3A3ED015-C22E-4566-8DF5-210BCCBF8C19}"/>
              </a:ext>
            </a:extLst>
          </p:cNvPr>
          <p:cNvSpPr>
            <a:spLocks xmlns:a="http://schemas.openxmlformats.org/drawingml/2006/main" noGrp="1"/>
          </p:cNvSpPr>
          <p:nvPr/>
        </p:nvSpPr>
        <p:spPr>
          <a:xfrm xmlns:a="http://schemas.openxmlformats.org/drawingml/2006/main">
            <a:off x="381000" y="5943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9" name="top-rule">
            <a:extLst xmlns:a="http://schemas.openxmlformats.org/drawingml/2006/main">
              <a:ext uri="{FF2B5EF4-FFF2-40B4-BE49-F238E27FC236}">
                <a16:creationId xmlns:a16="http://schemas.microsoft.com/office/drawing/2014/main" id="{342599D7-1EAC-4522-9FFB-4B2AAAD9B824}"/>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30" name="wordmark">
            <a:extLst xmlns:a="http://schemas.openxmlformats.org/drawingml/2006/main">
              <a:ext uri="{FF2B5EF4-FFF2-40B4-BE49-F238E27FC236}">
                <a16:creationId xmlns:a16="http://schemas.microsoft.com/office/drawing/2014/main" id="{6D322745-9E01-4779-A98D-CA3A464C9957}"/>
              </a:ext>
            </a:extLst>
          </p:cNvPr>
          <p:cNvSpPr>
            <a:spLocks xmlns:a="http://schemas.openxmlformats.org/drawingml/2006/main" noGrp="1"/>
          </p:cNvSpPr>
          <p:nvPr/>
        </p:nvSpPr>
        <p:spPr>
          <a:xfrm xmlns:a="http://schemas.openxmlformats.org/drawingml/2006/main">
            <a:off x="381000" y="2286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F1EFE5"/>
                </a:solidFill>
                <a:latin typeface="Arial Black"/>
                <a:ea typeface="Arial Black"/>
                <a:cs typeface="Arial Black"/>
              </a:defRPr>
            </a:pPr>
            <a:r>
              <a:rPr sz="2550" b="1">
                <a:solidFill>
                  <a:srgbClr val="F1EFE5"/>
                </a:solidFill>
                <a:latin typeface="Arial Black"/>
                <a:ea typeface="Arial Black"/>
                <a:cs typeface="Arial Black"/>
              </a:rPr>
              <a:t>POOL</a:t>
            </a:r>
          </a:p>
        </p:txBody>
      </p:sp>
      <p:sp>
        <p:nvSpPr>
          <p:cNvPr id="31" name="environment-label">
            <a:extLst xmlns:a="http://schemas.openxmlformats.org/drawingml/2006/main">
              <a:ext uri="{FF2B5EF4-FFF2-40B4-BE49-F238E27FC236}">
                <a16:creationId xmlns:a16="http://schemas.microsoft.com/office/drawing/2014/main" id="{76434612-4041-4EB4-B846-06F9B207A5D1}"/>
              </a:ext>
            </a:extLst>
          </p:cNvPr>
          <p:cNvSpPr>
            <a:spLocks xmlns:a="http://schemas.openxmlformats.org/drawingml/2006/main" noGrp="1"/>
          </p:cNvSpPr>
          <p:nvPr/>
        </p:nvSpPr>
        <p:spPr>
          <a:xfrm xmlns:a="http://schemas.openxmlformats.org/drawingml/2006/main">
            <a:off x="4705350" y="352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DEMOCRATIZE BUYING POWER</a:t>
            </a:r>
          </a:p>
        </p:txBody>
      </p:sp>
      <p:sp>
        <p:nvSpPr>
          <p:cNvPr id="32" name="slide-index">
            <a:extLst xmlns:a="http://schemas.openxmlformats.org/drawingml/2006/main">
              <a:ext uri="{FF2B5EF4-FFF2-40B4-BE49-F238E27FC236}">
                <a16:creationId xmlns:a16="http://schemas.microsoft.com/office/drawing/2014/main" id="{04A19817-F817-4FAA-9D70-7A6F665250F8}"/>
              </a:ext>
            </a:extLst>
          </p:cNvPr>
          <p:cNvSpPr>
            <a:spLocks xmlns:a="http://schemas.openxmlformats.org/drawingml/2006/main" noGrp="1"/>
          </p:cNvSpPr>
          <p:nvPr/>
        </p:nvSpPr>
        <p:spPr>
          <a:xfrm xmlns:a="http://schemas.openxmlformats.org/drawingml/2006/main">
            <a:off x="10572750" y="352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01 / 06</a:t>
            </a:r>
          </a:p>
        </p:txBody>
      </p:sp>
      <p:sp>
        <p:nvSpPr>
          <p:cNvPr id="33" name="event-footer">
            <a:extLst xmlns:a="http://schemas.openxmlformats.org/drawingml/2006/main">
              <a:ext uri="{FF2B5EF4-FFF2-40B4-BE49-F238E27FC236}">
                <a16:creationId xmlns:a16="http://schemas.microsoft.com/office/drawing/2014/main" id="{BFE74D05-E49F-40BA-8FB2-6FFDCDFC9D2C}"/>
              </a:ext>
            </a:extLst>
          </p:cNvPr>
          <p:cNvSpPr>
            <a:spLocks xmlns:a="http://schemas.openxmlformats.org/drawingml/2006/main" noGrp="1"/>
          </p:cNvSpPr>
          <p:nvPr/>
        </p:nvSpPr>
        <p:spPr>
          <a:xfrm xmlns:a="http://schemas.openxmlformats.org/drawingml/2006/main">
            <a:off x="381000" y="6467475"/>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RAINGENTIC COMMERCE · RAIN + MONAD</a:t>
            </a:r>
          </a:p>
        </p:txBody>
      </p:sp>
      <p:sp>
        <p:nvSpPr>
          <p:cNvPr id="34" name="honesty-footer">
            <a:extLst xmlns:a="http://schemas.openxmlformats.org/drawingml/2006/main">
              <a:ext uri="{FF2B5EF4-FFF2-40B4-BE49-F238E27FC236}">
                <a16:creationId xmlns:a16="http://schemas.microsoft.com/office/drawing/2014/main" id="{477D8DB7-8C35-42A4-BA57-68CDBF73C444}"/>
              </a:ext>
            </a:extLst>
          </p:cNvPr>
          <p:cNvSpPr>
            <a:spLocks xmlns:a="http://schemas.openxmlformats.org/drawingml/2006/main" noGrp="1"/>
          </p:cNvSpPr>
          <p:nvPr/>
        </p:nvSpPr>
        <p:spPr>
          <a:xfrm xmlns:a="http://schemas.openxmlformats.org/drawingml/2006/main">
            <a:off x="6934200" y="6467475"/>
            <a:ext cx="487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SANDBOX / TESTNET CLAIMS REQUIRE RENDERED EVIDENCE</a:t>
            </a:r>
          </a:p>
        </p:txBody>
      </p:sp>
      <p:sp>
        <p:nvSpPr>
          <p:cNvPr id="35" name="hero-headline">
            <a:extLst xmlns:a="http://schemas.openxmlformats.org/drawingml/2006/main">
              <a:ext uri="{FF2B5EF4-FFF2-40B4-BE49-F238E27FC236}">
                <a16:creationId xmlns:a16="http://schemas.microsoft.com/office/drawing/2014/main" id="{E4BD3183-84FE-41D7-AB01-3AE43D24F8BF}"/>
              </a:ext>
            </a:extLst>
          </p:cNvPr>
          <p:cNvSpPr>
            <a:spLocks xmlns:a="http://schemas.openxmlformats.org/drawingml/2006/main" noGrp="1"/>
          </p:cNvSpPr>
          <p:nvPr/>
        </p:nvSpPr>
        <p:spPr>
          <a:xfrm xmlns:a="http://schemas.openxmlformats.org/drawingml/2006/main">
            <a:off x="381000" y="1200150"/>
            <a:ext cx="8763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88000"/>
              </a:lnSpc>
              <a:buNone/>
              <a:defRPr sz="5400" b="1">
                <a:solidFill>
                  <a:srgbClr val="F1EFE5"/>
                </a:solidFill>
                <a:latin typeface="Arial Black"/>
                <a:ea typeface="Arial Black"/>
                <a:cs typeface="Arial Black"/>
              </a:defRPr>
            </a:pPr>
            <a:r>
              <a:rPr sz="5400" b="1">
                <a:solidFill>
                  <a:srgbClr val="F1EFE5"/>
                </a:solidFill>
                <a:latin typeface="Arial Black"/>
                <a:ea typeface="Arial Black"/>
                <a:cs typeface="Arial Black"/>
              </a:rPr>
              <a:t>DEMAND</a:t>
            </a:r>
          </a:p>
          <a:p xmlns:a="http://schemas.openxmlformats.org/drawingml/2006/main">
            <a:pPr algn="l">
              <a:lnSpc>
                <a:spcPct val="88000"/>
              </a:lnSpc>
              <a:buNone/>
              <a:defRPr sz="5400" b="1">
                <a:solidFill>
                  <a:srgbClr val="F1EFE5"/>
                </a:solidFill>
                <a:latin typeface="Arial Black"/>
                <a:ea typeface="Arial Black"/>
                <a:cs typeface="Arial Black"/>
              </a:defRPr>
            </a:pPr>
            <a:r>
              <a:rPr sz="5400" b="1">
                <a:solidFill>
                  <a:srgbClr val="F1EFE5"/>
                </a:solidFill>
                <a:latin typeface="Arial Black"/>
                <a:ea typeface="Arial Black"/>
                <a:cs typeface="Arial Black"/>
              </a:rPr>
              <a:t>ORGANIZES ITSELF.</a:t>
            </a:r>
          </a:p>
        </p:txBody>
      </p:sp>
      <p:sp>
        <p:nvSpPr>
          <p:cNvPr id="36" name="hero-subhead">
            <a:extLst xmlns:a="http://schemas.openxmlformats.org/drawingml/2006/main">
              <a:ext uri="{FF2B5EF4-FFF2-40B4-BE49-F238E27FC236}">
                <a16:creationId xmlns:a16="http://schemas.microsoft.com/office/drawing/2014/main" id="{345B69FC-F095-4A9C-8A61-EFC7EE974E63}"/>
              </a:ext>
            </a:extLst>
          </p:cNvPr>
          <p:cNvSpPr>
            <a:spLocks xmlns:a="http://schemas.openxmlformats.org/drawingml/2006/main" noGrp="1"/>
          </p:cNvSpPr>
          <p:nvPr/>
        </p:nvSpPr>
        <p:spPr>
          <a:xfrm xmlns:a="http://schemas.openxmlformats.org/drawingml/2006/main">
            <a:off x="419100" y="3286125"/>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C7F52F"/>
                </a:solidFill>
                <a:latin typeface="Courier New"/>
                <a:ea typeface="Courier New"/>
                <a:cs typeface="Courier New"/>
              </a:defRPr>
            </a:pPr>
            <a:r>
              <a:rPr sz="1875" b="0">
                <a:solidFill>
                  <a:srgbClr val="C7F52F"/>
                </a:solidFill>
                <a:latin typeface="Courier New"/>
                <a:ea typeface="Courier New"/>
                <a:cs typeface="Courier New"/>
              </a:rPr>
              <a:t>Stop making every agent shop alone.</a:t>
            </a:r>
          </a:p>
        </p:txBody>
      </p:sp>
      <p:sp>
        <p:nvSpPr>
          <p:cNvPr id="37" name="hero-flow-1-shaft">
            <a:extLst xmlns:a="http://schemas.openxmlformats.org/drawingml/2006/main">
              <a:ext uri="{FF2B5EF4-FFF2-40B4-BE49-F238E27FC236}">
                <a16:creationId xmlns:a16="http://schemas.microsoft.com/office/drawing/2014/main" id="{BA0FFA96-57CC-4D07-BE28-17679A89D6CE}"/>
              </a:ext>
            </a:extLst>
          </p:cNvPr>
          <p:cNvSpPr>
            <a:spLocks xmlns:a="http://schemas.openxmlformats.org/drawingml/2006/main" noGrp="1"/>
          </p:cNvSpPr>
          <p:nvPr/>
        </p:nvSpPr>
        <p:spPr>
          <a:xfrm xmlns:a="http://schemas.openxmlformats.org/drawingml/2006/main">
            <a:off x="1762125" y="4486275"/>
            <a:ext cx="1828800" cy="28575"/>
          </a:xfrm>
          <a:prstGeom xmlns:a="http://schemas.openxmlformats.org/drawingml/2006/main" prst="rect">
            <a:avLst/>
          </a:prstGeom>
          <a:solidFill xmlns:a="http://schemas.openxmlformats.org/drawingml/2006/main">
            <a:srgbClr val="C7F52F"/>
          </a:solidFill>
          <a:ln xmlns:a="http://schemas.openxmlformats.org/drawingml/2006/main" w="0">
            <a:noFill/>
            <a:prstDash val="solid"/>
          </a:ln>
        </p:spPr>
      </p:sp>
      <p:sp>
        <p:nvSpPr>
          <p:cNvPr id="38" name="hero-flow-1-head">
            <a:extLst xmlns:a="http://schemas.openxmlformats.org/drawingml/2006/main">
              <a:ext uri="{FF2B5EF4-FFF2-40B4-BE49-F238E27FC236}">
                <a16:creationId xmlns:a16="http://schemas.microsoft.com/office/drawing/2014/main" id="{313979DE-93EE-440B-8556-5990CEA63F49}"/>
              </a:ext>
            </a:extLst>
          </p:cNvPr>
          <p:cNvSpPr>
            <a:spLocks xmlns:a="http://schemas.openxmlformats.org/drawingml/2006/main" noGrp="1"/>
          </p:cNvSpPr>
          <p:nvPr/>
        </p:nvSpPr>
        <p:spPr>
          <a:xfrm xmlns:a="http://schemas.openxmlformats.org/drawingml/2006/main">
            <a:off x="3552825" y="4410075"/>
            <a:ext cx="209550" cy="180975"/>
          </a:xfrm>
          <a:prstGeom xmlns:a="http://schemas.openxmlformats.org/drawingml/2006/main" prst="rightArrow">
            <a:avLst/>
          </a:prstGeom>
          <a:solidFill xmlns:a="http://schemas.openxmlformats.org/drawingml/2006/main">
            <a:srgbClr val="C7F52F"/>
          </a:solidFill>
          <a:ln xmlns:a="http://schemas.openxmlformats.org/drawingml/2006/main" w="0">
            <a:noFill/>
            <a:prstDash val="solid"/>
          </a:ln>
        </p:spPr>
      </p:sp>
      <p:sp>
        <p:nvSpPr>
          <p:cNvPr id="39" name="hero-flow-2-shaft">
            <a:extLst xmlns:a="http://schemas.openxmlformats.org/drawingml/2006/main">
              <a:ext uri="{FF2B5EF4-FFF2-40B4-BE49-F238E27FC236}">
                <a16:creationId xmlns:a16="http://schemas.microsoft.com/office/drawing/2014/main" id="{A4B71536-E5B4-459B-890C-6535F4EFB867}"/>
              </a:ext>
            </a:extLst>
          </p:cNvPr>
          <p:cNvSpPr>
            <a:spLocks xmlns:a="http://schemas.openxmlformats.org/drawingml/2006/main" noGrp="1"/>
          </p:cNvSpPr>
          <p:nvPr/>
        </p:nvSpPr>
        <p:spPr>
          <a:xfrm xmlns:a="http://schemas.openxmlformats.org/drawingml/2006/main">
            <a:off x="5924550" y="4486275"/>
            <a:ext cx="1828800" cy="28575"/>
          </a:xfrm>
          <a:prstGeom xmlns:a="http://schemas.openxmlformats.org/drawingml/2006/main" prst="rect">
            <a:avLst/>
          </a:prstGeom>
          <a:solidFill xmlns:a="http://schemas.openxmlformats.org/drawingml/2006/main">
            <a:srgbClr val="C7F52F"/>
          </a:solidFill>
          <a:ln xmlns:a="http://schemas.openxmlformats.org/drawingml/2006/main" w="0">
            <a:noFill/>
            <a:prstDash val="solid"/>
          </a:ln>
        </p:spPr>
      </p:sp>
      <p:sp>
        <p:nvSpPr>
          <p:cNvPr id="40" name="hero-flow-2-head">
            <a:extLst xmlns:a="http://schemas.openxmlformats.org/drawingml/2006/main">
              <a:ext uri="{FF2B5EF4-FFF2-40B4-BE49-F238E27FC236}">
                <a16:creationId xmlns:a16="http://schemas.microsoft.com/office/drawing/2014/main" id="{25F2B5F1-C8C1-476A-B36E-973B80A2ECB7}"/>
              </a:ext>
            </a:extLst>
          </p:cNvPr>
          <p:cNvSpPr>
            <a:spLocks xmlns:a="http://schemas.openxmlformats.org/drawingml/2006/main" noGrp="1"/>
          </p:cNvSpPr>
          <p:nvPr/>
        </p:nvSpPr>
        <p:spPr>
          <a:xfrm xmlns:a="http://schemas.openxmlformats.org/drawingml/2006/main">
            <a:off x="7715250" y="4410075"/>
            <a:ext cx="209550" cy="180975"/>
          </a:xfrm>
          <a:prstGeom xmlns:a="http://schemas.openxmlformats.org/drawingml/2006/main" prst="rightArrow">
            <a:avLst/>
          </a:prstGeom>
          <a:solidFill xmlns:a="http://schemas.openxmlformats.org/drawingml/2006/main">
            <a:srgbClr val="C7F52F"/>
          </a:solidFill>
          <a:ln xmlns:a="http://schemas.openxmlformats.org/drawingml/2006/main" w="0">
            <a:noFill/>
            <a:prstDash val="solid"/>
          </a:ln>
        </p:spPr>
      </p:sp>
      <p:sp>
        <p:nvSpPr>
          <p:cNvPr id="41" name="hero-units">
            <a:extLst xmlns:a="http://schemas.openxmlformats.org/drawingml/2006/main">
              <a:ext uri="{FF2B5EF4-FFF2-40B4-BE49-F238E27FC236}">
                <a16:creationId xmlns:a16="http://schemas.microsoft.com/office/drawing/2014/main" id="{8CE4C9D0-93A8-4485-B51C-98EB7A385B64}"/>
              </a:ext>
            </a:extLst>
          </p:cNvPr>
          <p:cNvSpPr>
            <a:spLocks xmlns:a="http://schemas.openxmlformats.org/drawingml/2006/main" noGrp="1"/>
          </p:cNvSpPr>
          <p:nvPr/>
        </p:nvSpPr>
        <p:spPr>
          <a:xfrm xmlns:a="http://schemas.openxmlformats.org/drawingml/2006/main">
            <a:off x="400050" y="3886200"/>
            <a:ext cx="133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6150" b="1">
                <a:solidFill>
                  <a:srgbClr val="F1EFE5"/>
                </a:solidFill>
                <a:latin typeface="Arial Black"/>
                <a:ea typeface="Arial Black"/>
                <a:cs typeface="Arial Black"/>
              </a:defRPr>
            </a:pPr>
            <a:r>
              <a:rPr sz="6150" b="1">
                <a:solidFill>
                  <a:srgbClr val="F1EFE5"/>
                </a:solidFill>
                <a:latin typeface="Arial Black"/>
                <a:ea typeface="Arial Black"/>
                <a:cs typeface="Arial Black"/>
              </a:rPr>
              <a:t>12</a:t>
            </a:r>
          </a:p>
        </p:txBody>
      </p:sp>
      <p:sp>
        <p:nvSpPr>
          <p:cNvPr id="42" name="hero-units-label">
            <a:extLst xmlns:a="http://schemas.openxmlformats.org/drawingml/2006/main">
              <a:ext uri="{FF2B5EF4-FFF2-40B4-BE49-F238E27FC236}">
                <a16:creationId xmlns:a16="http://schemas.microsoft.com/office/drawing/2014/main" id="{F721BFEE-8EBC-4A7F-A0B0-DAFAB301718E}"/>
              </a:ext>
            </a:extLst>
          </p:cNvPr>
          <p:cNvSpPr>
            <a:spLocks xmlns:a="http://schemas.openxmlformats.org/drawingml/2006/main" noGrp="1"/>
          </p:cNvSpPr>
          <p:nvPr/>
        </p:nvSpPr>
        <p:spPr>
          <a:xfrm xmlns:a="http://schemas.openxmlformats.org/drawingml/2006/main">
            <a:off x="428625" y="48768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MSRP-RESERVED</a:t>
            </a:r>
          </a:p>
          <a:p xmlns:a="http://schemas.openxmlformats.org/drawingml/2006/main">
            <a:pPr algn="l">
              <a:lnSpc>
                <a:spcPct val="92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FIXTURE UNITS</a:t>
            </a:r>
          </a:p>
        </p:txBody>
      </p:sp>
      <p:sp>
        <p:nvSpPr>
          <p:cNvPr id="43" name="hero-price">
            <a:extLst xmlns:a="http://schemas.openxmlformats.org/drawingml/2006/main">
              <a:ext uri="{FF2B5EF4-FFF2-40B4-BE49-F238E27FC236}">
                <a16:creationId xmlns:a16="http://schemas.microsoft.com/office/drawing/2014/main" id="{993E1339-B416-41C4-BAAA-CB7B06BD6BDA}"/>
              </a:ext>
            </a:extLst>
          </p:cNvPr>
          <p:cNvSpPr>
            <a:spLocks xmlns:a="http://schemas.openxmlformats.org/drawingml/2006/main" noGrp="1"/>
          </p:cNvSpPr>
          <p:nvPr/>
        </p:nvSpPr>
        <p:spPr>
          <a:xfrm xmlns:a="http://schemas.openxmlformats.org/drawingml/2006/main">
            <a:off x="4000500" y="3886200"/>
            <a:ext cx="19240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400" b="1">
                <a:solidFill>
                  <a:srgbClr val="C7F52F"/>
                </a:solidFill>
                <a:latin typeface="Arial Black"/>
                <a:ea typeface="Arial Black"/>
                <a:cs typeface="Arial Black"/>
              </a:defRPr>
            </a:pPr>
            <a:r>
              <a:rPr sz="5400" b="1">
                <a:solidFill>
                  <a:srgbClr val="C7F52F"/>
                </a:solidFill>
                <a:latin typeface="Arial Black"/>
                <a:ea typeface="Arial Black"/>
                <a:cs typeface="Arial Black"/>
              </a:rPr>
              <a:t>$389</a:t>
            </a:r>
          </a:p>
        </p:txBody>
      </p:sp>
      <p:sp>
        <p:nvSpPr>
          <p:cNvPr id="44" name="hero-price-label">
            <a:extLst xmlns:a="http://schemas.openxmlformats.org/drawingml/2006/main">
              <a:ext uri="{FF2B5EF4-FFF2-40B4-BE49-F238E27FC236}">
                <a16:creationId xmlns:a16="http://schemas.microsoft.com/office/drawing/2014/main" id="{8A2DF7BF-AC81-4B86-81B0-2043464AC994}"/>
              </a:ext>
            </a:extLst>
          </p:cNvPr>
          <p:cNvSpPr>
            <a:spLocks xmlns:a="http://schemas.openxmlformats.org/drawingml/2006/main" noGrp="1"/>
          </p:cNvSpPr>
          <p:nvPr/>
        </p:nvSpPr>
        <p:spPr>
          <a:xfrm xmlns:a="http://schemas.openxmlformats.org/drawingml/2006/main">
            <a:off x="4038600" y="48768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858B84"/>
                </a:solidFill>
                <a:latin typeface="Courier New"/>
                <a:ea typeface="Courier New"/>
                <a:cs typeface="Courier New"/>
              </a:defRPr>
            </a:pPr>
            <a:r>
              <a:rPr sz="1275" b="0">
                <a:solidFill>
                  <a:srgbClr val="858B84"/>
                </a:solidFill>
                <a:latin typeface="Courier New"/>
                <a:ea typeface="Courier New"/>
                <a:cs typeface="Courier New"/>
              </a:rPr>
              <a:t>CLEARED / UNIT</a:t>
            </a:r>
          </a:p>
        </p:txBody>
      </p:sp>
      <p:sp>
        <p:nvSpPr>
          <p:cNvPr id="45" name="hero-savings">
            <a:extLst xmlns:a="http://schemas.openxmlformats.org/drawingml/2006/main">
              <a:ext uri="{FF2B5EF4-FFF2-40B4-BE49-F238E27FC236}">
                <a16:creationId xmlns:a16="http://schemas.microsoft.com/office/drawing/2014/main" id="{19DD5E07-12B6-43A7-8A6F-9E26AC5BE45D}"/>
              </a:ext>
            </a:extLst>
          </p:cNvPr>
          <p:cNvSpPr>
            <a:spLocks xmlns:a="http://schemas.openxmlformats.org/drawingml/2006/main" noGrp="1"/>
          </p:cNvSpPr>
          <p:nvPr/>
        </p:nvSpPr>
        <p:spPr>
          <a:xfrm xmlns:a="http://schemas.openxmlformats.org/drawingml/2006/main">
            <a:off x="8153400" y="3886200"/>
            <a:ext cx="32575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400" b="1">
                <a:solidFill>
                  <a:srgbClr val="FF2B79"/>
                </a:solidFill>
                <a:latin typeface="Arial Black"/>
                <a:ea typeface="Arial Black"/>
                <a:cs typeface="Arial Black"/>
              </a:defRPr>
            </a:pPr>
            <a:r>
              <a:rPr sz="5400" b="1">
                <a:solidFill>
                  <a:srgbClr val="FF2B79"/>
                </a:solidFill>
                <a:latin typeface="Arial Black"/>
                <a:ea typeface="Arial Black"/>
                <a:cs typeface="Arial Black"/>
              </a:rPr>
              <a:t>$1,080</a:t>
            </a:r>
          </a:p>
        </p:txBody>
      </p:sp>
      <p:sp>
        <p:nvSpPr>
          <p:cNvPr id="46" name="hero-savings-label">
            <a:extLst xmlns:a="http://schemas.openxmlformats.org/drawingml/2006/main">
              <a:ext uri="{FF2B5EF4-FFF2-40B4-BE49-F238E27FC236}">
                <a16:creationId xmlns:a16="http://schemas.microsoft.com/office/drawing/2014/main" id="{3FB180A9-C0D9-405B-BB66-CA4F98788DE4}"/>
              </a:ext>
            </a:extLst>
          </p:cNvPr>
          <p:cNvSpPr>
            <a:spLocks xmlns:a="http://schemas.openxmlformats.org/drawingml/2006/main" noGrp="1"/>
          </p:cNvSpPr>
          <p:nvPr/>
        </p:nvSpPr>
        <p:spPr>
          <a:xfrm xmlns:a="http://schemas.openxmlformats.org/drawingml/2006/main">
            <a:off x="8201025" y="48768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858B84"/>
                </a:solidFill>
                <a:latin typeface="Courier New"/>
                <a:ea typeface="Courier New"/>
                <a:cs typeface="Courier New"/>
              </a:defRPr>
            </a:pPr>
            <a:r>
              <a:rPr sz="1275" b="0">
                <a:solidFill>
                  <a:srgbClr val="858B84"/>
                </a:solidFill>
                <a:latin typeface="Courier New"/>
                <a:ea typeface="Courier New"/>
                <a:cs typeface="Courier New"/>
              </a:rPr>
              <a:t>AVAILABLE AGAIN</a:t>
            </a:r>
          </a:p>
        </p:txBody>
      </p:sp>
      <p:sp>
        <p:nvSpPr>
          <p:cNvPr id="47" name="hero-proof-bracket-tl-h">
            <a:extLst xmlns:a="http://schemas.openxmlformats.org/drawingml/2006/main">
              <a:ext uri="{FF2B5EF4-FFF2-40B4-BE49-F238E27FC236}">
                <a16:creationId xmlns:a16="http://schemas.microsoft.com/office/drawing/2014/main" id="{1FA64CD1-18BE-4357-81B7-4F70C66C821A}"/>
              </a:ext>
            </a:extLst>
          </p:cNvPr>
          <p:cNvSpPr>
            <a:spLocks xmlns:a="http://schemas.openxmlformats.org/drawingml/2006/main" noGrp="1"/>
          </p:cNvSpPr>
          <p:nvPr/>
        </p:nvSpPr>
        <p:spPr>
          <a:xfrm xmlns:a="http://schemas.openxmlformats.org/drawingml/2006/main">
            <a:off x="304800" y="377190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48" name="hero-proof-bracket-tl-v">
            <a:extLst xmlns:a="http://schemas.openxmlformats.org/drawingml/2006/main">
              <a:ext uri="{FF2B5EF4-FFF2-40B4-BE49-F238E27FC236}">
                <a16:creationId xmlns:a16="http://schemas.microsoft.com/office/drawing/2014/main" id="{65CAB213-E5C8-4EB2-BBC3-E327FBC7DF13}"/>
              </a:ext>
            </a:extLst>
          </p:cNvPr>
          <p:cNvSpPr>
            <a:spLocks xmlns:a="http://schemas.openxmlformats.org/drawingml/2006/main" noGrp="1"/>
          </p:cNvSpPr>
          <p:nvPr/>
        </p:nvSpPr>
        <p:spPr>
          <a:xfrm xmlns:a="http://schemas.openxmlformats.org/drawingml/2006/main">
            <a:off x="304800" y="377190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49" name="hero-proof-bracket-tr-h">
            <a:extLst xmlns:a="http://schemas.openxmlformats.org/drawingml/2006/main">
              <a:ext uri="{FF2B5EF4-FFF2-40B4-BE49-F238E27FC236}">
                <a16:creationId xmlns:a16="http://schemas.microsoft.com/office/drawing/2014/main" id="{A21FA00B-D977-4AAC-8637-32FB59DB0574}"/>
              </a:ext>
            </a:extLst>
          </p:cNvPr>
          <p:cNvSpPr>
            <a:spLocks xmlns:a="http://schemas.openxmlformats.org/drawingml/2006/main" noGrp="1"/>
          </p:cNvSpPr>
          <p:nvPr/>
        </p:nvSpPr>
        <p:spPr>
          <a:xfrm xmlns:a="http://schemas.openxmlformats.org/drawingml/2006/main">
            <a:off x="11430000" y="377190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0" name="hero-proof-bracket-tr-v">
            <a:extLst xmlns:a="http://schemas.openxmlformats.org/drawingml/2006/main">
              <a:ext uri="{FF2B5EF4-FFF2-40B4-BE49-F238E27FC236}">
                <a16:creationId xmlns:a16="http://schemas.microsoft.com/office/drawing/2014/main" id="{498B7ECC-E5AD-4977-B475-D9CE7C14918E}"/>
              </a:ext>
            </a:extLst>
          </p:cNvPr>
          <p:cNvSpPr>
            <a:spLocks xmlns:a="http://schemas.openxmlformats.org/drawingml/2006/main" noGrp="1"/>
          </p:cNvSpPr>
          <p:nvPr/>
        </p:nvSpPr>
        <p:spPr>
          <a:xfrm xmlns:a="http://schemas.openxmlformats.org/drawingml/2006/main">
            <a:off x="11582400" y="377190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1" name="hero-proof-bracket-bl-h">
            <a:extLst xmlns:a="http://schemas.openxmlformats.org/drawingml/2006/main">
              <a:ext uri="{FF2B5EF4-FFF2-40B4-BE49-F238E27FC236}">
                <a16:creationId xmlns:a16="http://schemas.microsoft.com/office/drawing/2014/main" id="{0666FFE5-134D-4DF8-83F8-AE49B02C305D}"/>
              </a:ext>
            </a:extLst>
          </p:cNvPr>
          <p:cNvSpPr>
            <a:spLocks xmlns:a="http://schemas.openxmlformats.org/drawingml/2006/main" noGrp="1"/>
          </p:cNvSpPr>
          <p:nvPr/>
        </p:nvSpPr>
        <p:spPr>
          <a:xfrm xmlns:a="http://schemas.openxmlformats.org/drawingml/2006/main">
            <a:off x="304800" y="546735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2" name="hero-proof-bracket-bl-v">
            <a:extLst xmlns:a="http://schemas.openxmlformats.org/drawingml/2006/main">
              <a:ext uri="{FF2B5EF4-FFF2-40B4-BE49-F238E27FC236}">
                <a16:creationId xmlns:a16="http://schemas.microsoft.com/office/drawing/2014/main" id="{DE23E582-1264-4846-AD04-870D6FD4E846}"/>
              </a:ext>
            </a:extLst>
          </p:cNvPr>
          <p:cNvSpPr>
            <a:spLocks xmlns:a="http://schemas.openxmlformats.org/drawingml/2006/main" noGrp="1"/>
          </p:cNvSpPr>
          <p:nvPr/>
        </p:nvSpPr>
        <p:spPr>
          <a:xfrm xmlns:a="http://schemas.openxmlformats.org/drawingml/2006/main">
            <a:off x="304800" y="531495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3" name="hero-proof-bracket-br-h">
            <a:extLst xmlns:a="http://schemas.openxmlformats.org/drawingml/2006/main">
              <a:ext uri="{FF2B5EF4-FFF2-40B4-BE49-F238E27FC236}">
                <a16:creationId xmlns:a16="http://schemas.microsoft.com/office/drawing/2014/main" id="{01A02554-C423-4D70-BA40-A3A311E8FDC1}"/>
              </a:ext>
            </a:extLst>
          </p:cNvPr>
          <p:cNvSpPr>
            <a:spLocks xmlns:a="http://schemas.openxmlformats.org/drawingml/2006/main" noGrp="1"/>
          </p:cNvSpPr>
          <p:nvPr/>
        </p:nvSpPr>
        <p:spPr>
          <a:xfrm xmlns:a="http://schemas.openxmlformats.org/drawingml/2006/main">
            <a:off x="11430000" y="546735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4" name="hero-proof-bracket-br-v">
            <a:extLst xmlns:a="http://schemas.openxmlformats.org/drawingml/2006/main">
              <a:ext uri="{FF2B5EF4-FFF2-40B4-BE49-F238E27FC236}">
                <a16:creationId xmlns:a16="http://schemas.microsoft.com/office/drawing/2014/main" id="{8E25C3D1-8310-4EDC-B753-B341C87490A6}"/>
              </a:ext>
            </a:extLst>
          </p:cNvPr>
          <p:cNvSpPr>
            <a:spLocks xmlns:a="http://schemas.openxmlformats.org/drawingml/2006/main" noGrp="1"/>
          </p:cNvSpPr>
          <p:nvPr/>
        </p:nvSpPr>
        <p:spPr>
          <a:xfrm xmlns:a="http://schemas.openxmlformats.org/drawingml/2006/main">
            <a:off x="11582400" y="531495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5" name="hero-thesis">
            <a:extLst xmlns:a="http://schemas.openxmlformats.org/drawingml/2006/main">
              <a:ext uri="{FF2B5EF4-FFF2-40B4-BE49-F238E27FC236}">
                <a16:creationId xmlns:a16="http://schemas.microsoft.com/office/drawing/2014/main" id="{06EF12E4-CF7A-4750-8E7A-746A8ED15A24}"/>
              </a:ext>
            </a:extLst>
          </p:cNvPr>
          <p:cNvSpPr>
            <a:spLocks xmlns:a="http://schemas.openxmlformats.org/drawingml/2006/main" noGrp="1"/>
          </p:cNvSpPr>
          <p:nvPr/>
        </p:nvSpPr>
        <p:spPr>
          <a:xfrm xmlns:a="http://schemas.openxmlformats.org/drawingml/2006/main">
            <a:off x="381000" y="58864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D3D1C8"/>
                </a:solidFill>
                <a:latin typeface="Courier New"/>
                <a:ea typeface="Courier New"/>
                <a:cs typeface="Courier New"/>
              </a:defRPr>
            </a:pPr>
            <a:r>
              <a:rPr sz="1275" b="0">
                <a:solidFill>
                  <a:srgbClr val="D3D1C8"/>
                </a:solidFill>
                <a:latin typeface="Courier New"/>
                <a:ea typeface="Courier New"/>
                <a:cs typeface="Courier New"/>
              </a:rPr>
              <a:t>PATIENT BUYERS → RESERVED FIXTURE DEMAND → PRIVATE SELLER COMPETITION</a:t>
            </a:r>
          </a:p>
        </p:txBody>
      </p:sp>
    </p:spTree>
    <p:extLst>
      <p:ext uri="{BB962C8B-B14F-4D97-AF65-F5344CB8AC3E}">
        <p14:creationId xmlns:p14="http://schemas.microsoft.com/office/powerpoint/2010/main" val="876092255"/>
      </p:ext>
    </p:extLst>
  </p:cSld>
</p:sld>
</file>

<file path=ppt/slides/slide2.xml><?xml version="1.0" encoding="utf-8"?>
<p:sld xmlns:p="http://schemas.openxmlformats.org/presentationml/2006/main">
  <p:cSld>
    <p:bg>
      <p:bgPr>
        <a:solidFill xmlns:a="http://schemas.openxmlformats.org/drawingml/2006/main">
          <a:srgbClr val="080A09"/>
        </a:solidFill>
      </p:bgPr>
    </p:bg>
    <p:spTree>
      <p:nvGrpSpPr>
        <p:cNvPr id="1" name=""/>
        <p:cNvGrpSpPr/>
        <p:nvPr/>
      </p:nvGrpSpPr>
      <p:grpSpPr>
        <a:xfrm xmlns:a="http://schemas.openxmlformats.org/drawingml/2006/main"/>
      </p:grpSpPr>
      <p:sp>
        <p:nvSpPr>
          <p:cNvPr id="75" name="grid-v-40">
            <a:extLst xmlns:a="http://schemas.openxmlformats.org/drawingml/2006/main">
              <a:ext uri="{FF2B5EF4-FFF2-40B4-BE49-F238E27FC236}">
                <a16:creationId xmlns:a16="http://schemas.microsoft.com/office/drawing/2014/main" id="{0A26F23A-5FF5-4728-8E59-CDC5E3BA74B5}"/>
              </a:ext>
            </a:extLst>
          </p:cNvPr>
          <p:cNvSpPr>
            <a:spLocks xmlns:a="http://schemas.openxmlformats.org/drawingml/2006/main" noGrp="1"/>
          </p:cNvSpPr>
          <p:nvPr/>
        </p:nvSpPr>
        <p:spPr>
          <a:xfrm xmlns:a="http://schemas.openxmlformats.org/drawingml/2006/main">
            <a:off x="381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 name="grid-v-104">
            <a:extLst xmlns:a="http://schemas.openxmlformats.org/drawingml/2006/main">
              <a:ext uri="{FF2B5EF4-FFF2-40B4-BE49-F238E27FC236}">
                <a16:creationId xmlns:a16="http://schemas.microsoft.com/office/drawing/2014/main" id="{3F7B5601-9E48-44A6-80A2-7F64B8434128}"/>
              </a:ext>
            </a:extLst>
          </p:cNvPr>
          <p:cNvSpPr>
            <a:spLocks xmlns:a="http://schemas.openxmlformats.org/drawingml/2006/main" noGrp="1"/>
          </p:cNvSpPr>
          <p:nvPr/>
        </p:nvSpPr>
        <p:spPr>
          <a:xfrm xmlns:a="http://schemas.openxmlformats.org/drawingml/2006/main">
            <a:off x="990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3" name="grid-v-168">
            <a:extLst xmlns:a="http://schemas.openxmlformats.org/drawingml/2006/main">
              <a:ext uri="{FF2B5EF4-FFF2-40B4-BE49-F238E27FC236}">
                <a16:creationId xmlns:a16="http://schemas.microsoft.com/office/drawing/2014/main" id="{05539111-6E15-4902-A6E7-37B10D46D423}"/>
              </a:ext>
            </a:extLst>
          </p:cNvPr>
          <p:cNvSpPr>
            <a:spLocks xmlns:a="http://schemas.openxmlformats.org/drawingml/2006/main" noGrp="1"/>
          </p:cNvSpPr>
          <p:nvPr/>
        </p:nvSpPr>
        <p:spPr>
          <a:xfrm xmlns:a="http://schemas.openxmlformats.org/drawingml/2006/main">
            <a:off x="1600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4" name="grid-v-232">
            <a:extLst xmlns:a="http://schemas.openxmlformats.org/drawingml/2006/main">
              <a:ext uri="{FF2B5EF4-FFF2-40B4-BE49-F238E27FC236}">
                <a16:creationId xmlns:a16="http://schemas.microsoft.com/office/drawing/2014/main" id="{4E4BCC13-FF97-453D-BADB-27AD4B8ACC1E}"/>
              </a:ext>
            </a:extLst>
          </p:cNvPr>
          <p:cNvSpPr>
            <a:spLocks xmlns:a="http://schemas.openxmlformats.org/drawingml/2006/main" noGrp="1"/>
          </p:cNvSpPr>
          <p:nvPr/>
        </p:nvSpPr>
        <p:spPr>
          <a:xfrm xmlns:a="http://schemas.openxmlformats.org/drawingml/2006/main">
            <a:off x="2209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5" name="grid-v-296">
            <a:extLst xmlns:a="http://schemas.openxmlformats.org/drawingml/2006/main">
              <a:ext uri="{FF2B5EF4-FFF2-40B4-BE49-F238E27FC236}">
                <a16:creationId xmlns:a16="http://schemas.microsoft.com/office/drawing/2014/main" id="{F8C9D237-464E-448E-8103-391BCDD46A76}"/>
              </a:ext>
            </a:extLst>
          </p:cNvPr>
          <p:cNvSpPr>
            <a:spLocks xmlns:a="http://schemas.openxmlformats.org/drawingml/2006/main" noGrp="1"/>
          </p:cNvSpPr>
          <p:nvPr/>
        </p:nvSpPr>
        <p:spPr>
          <a:xfrm xmlns:a="http://schemas.openxmlformats.org/drawingml/2006/main">
            <a:off x="2819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6" name="grid-v-360">
            <a:extLst xmlns:a="http://schemas.openxmlformats.org/drawingml/2006/main">
              <a:ext uri="{FF2B5EF4-FFF2-40B4-BE49-F238E27FC236}">
                <a16:creationId xmlns:a16="http://schemas.microsoft.com/office/drawing/2014/main" id="{E74BC4D6-4A33-4C87-8433-C66022287D3C}"/>
              </a:ext>
            </a:extLst>
          </p:cNvPr>
          <p:cNvSpPr>
            <a:spLocks xmlns:a="http://schemas.openxmlformats.org/drawingml/2006/main" noGrp="1"/>
          </p:cNvSpPr>
          <p:nvPr/>
        </p:nvSpPr>
        <p:spPr>
          <a:xfrm xmlns:a="http://schemas.openxmlformats.org/drawingml/2006/main">
            <a:off x="3429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7" name="grid-v-424">
            <a:extLst xmlns:a="http://schemas.openxmlformats.org/drawingml/2006/main">
              <a:ext uri="{FF2B5EF4-FFF2-40B4-BE49-F238E27FC236}">
                <a16:creationId xmlns:a16="http://schemas.microsoft.com/office/drawing/2014/main" id="{56D4F3A6-B7FF-4EAB-A011-ADA9DB018C09}"/>
              </a:ext>
            </a:extLst>
          </p:cNvPr>
          <p:cNvSpPr>
            <a:spLocks xmlns:a="http://schemas.openxmlformats.org/drawingml/2006/main" noGrp="1"/>
          </p:cNvSpPr>
          <p:nvPr/>
        </p:nvSpPr>
        <p:spPr>
          <a:xfrm xmlns:a="http://schemas.openxmlformats.org/drawingml/2006/main">
            <a:off x="4038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8" name="grid-v-488">
            <a:extLst xmlns:a="http://schemas.openxmlformats.org/drawingml/2006/main">
              <a:ext uri="{FF2B5EF4-FFF2-40B4-BE49-F238E27FC236}">
                <a16:creationId xmlns:a16="http://schemas.microsoft.com/office/drawing/2014/main" id="{36EEE5D1-35FB-4EB8-B940-36B544315690}"/>
              </a:ext>
            </a:extLst>
          </p:cNvPr>
          <p:cNvSpPr>
            <a:spLocks xmlns:a="http://schemas.openxmlformats.org/drawingml/2006/main" noGrp="1"/>
          </p:cNvSpPr>
          <p:nvPr/>
        </p:nvSpPr>
        <p:spPr>
          <a:xfrm xmlns:a="http://schemas.openxmlformats.org/drawingml/2006/main">
            <a:off x="4648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9" name="grid-v-552">
            <a:extLst xmlns:a="http://schemas.openxmlformats.org/drawingml/2006/main">
              <a:ext uri="{FF2B5EF4-FFF2-40B4-BE49-F238E27FC236}">
                <a16:creationId xmlns:a16="http://schemas.microsoft.com/office/drawing/2014/main" id="{3CA7DF45-3418-4715-A0E0-2F8196730B19}"/>
              </a:ext>
            </a:extLst>
          </p:cNvPr>
          <p:cNvSpPr>
            <a:spLocks xmlns:a="http://schemas.openxmlformats.org/drawingml/2006/main" noGrp="1"/>
          </p:cNvSpPr>
          <p:nvPr/>
        </p:nvSpPr>
        <p:spPr>
          <a:xfrm xmlns:a="http://schemas.openxmlformats.org/drawingml/2006/main">
            <a:off x="5257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0" name="grid-v-616">
            <a:extLst xmlns:a="http://schemas.openxmlformats.org/drawingml/2006/main">
              <a:ext uri="{FF2B5EF4-FFF2-40B4-BE49-F238E27FC236}">
                <a16:creationId xmlns:a16="http://schemas.microsoft.com/office/drawing/2014/main" id="{DA6ACD25-4FA5-4281-BC00-D61A99BF087E}"/>
              </a:ext>
            </a:extLst>
          </p:cNvPr>
          <p:cNvSpPr>
            <a:spLocks xmlns:a="http://schemas.openxmlformats.org/drawingml/2006/main" noGrp="1"/>
          </p:cNvSpPr>
          <p:nvPr/>
        </p:nvSpPr>
        <p:spPr>
          <a:xfrm xmlns:a="http://schemas.openxmlformats.org/drawingml/2006/main">
            <a:off x="5867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1" name="grid-v-680">
            <a:extLst xmlns:a="http://schemas.openxmlformats.org/drawingml/2006/main">
              <a:ext uri="{FF2B5EF4-FFF2-40B4-BE49-F238E27FC236}">
                <a16:creationId xmlns:a16="http://schemas.microsoft.com/office/drawing/2014/main" id="{5390E576-B30F-42C8-8228-D7E1F22C8B49}"/>
              </a:ext>
            </a:extLst>
          </p:cNvPr>
          <p:cNvSpPr>
            <a:spLocks xmlns:a="http://schemas.openxmlformats.org/drawingml/2006/main" noGrp="1"/>
          </p:cNvSpPr>
          <p:nvPr/>
        </p:nvSpPr>
        <p:spPr>
          <a:xfrm xmlns:a="http://schemas.openxmlformats.org/drawingml/2006/main">
            <a:off x="6477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2" name="grid-v-744">
            <a:extLst xmlns:a="http://schemas.openxmlformats.org/drawingml/2006/main">
              <a:ext uri="{FF2B5EF4-FFF2-40B4-BE49-F238E27FC236}">
                <a16:creationId xmlns:a16="http://schemas.microsoft.com/office/drawing/2014/main" id="{C066B8AC-ED28-480F-BF1A-E312482CB57F}"/>
              </a:ext>
            </a:extLst>
          </p:cNvPr>
          <p:cNvSpPr>
            <a:spLocks xmlns:a="http://schemas.openxmlformats.org/drawingml/2006/main" noGrp="1"/>
          </p:cNvSpPr>
          <p:nvPr/>
        </p:nvSpPr>
        <p:spPr>
          <a:xfrm xmlns:a="http://schemas.openxmlformats.org/drawingml/2006/main">
            <a:off x="7086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3" name="grid-v-808">
            <a:extLst xmlns:a="http://schemas.openxmlformats.org/drawingml/2006/main">
              <a:ext uri="{FF2B5EF4-FFF2-40B4-BE49-F238E27FC236}">
                <a16:creationId xmlns:a16="http://schemas.microsoft.com/office/drawing/2014/main" id="{98C5BAFA-3BEE-49F8-AA34-0AAE1AC5C34D}"/>
              </a:ext>
            </a:extLst>
          </p:cNvPr>
          <p:cNvSpPr>
            <a:spLocks xmlns:a="http://schemas.openxmlformats.org/drawingml/2006/main" noGrp="1"/>
          </p:cNvSpPr>
          <p:nvPr/>
        </p:nvSpPr>
        <p:spPr>
          <a:xfrm xmlns:a="http://schemas.openxmlformats.org/drawingml/2006/main">
            <a:off x="7696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4" name="grid-v-872">
            <a:extLst xmlns:a="http://schemas.openxmlformats.org/drawingml/2006/main">
              <a:ext uri="{FF2B5EF4-FFF2-40B4-BE49-F238E27FC236}">
                <a16:creationId xmlns:a16="http://schemas.microsoft.com/office/drawing/2014/main" id="{40F5416E-CA23-4D94-96BA-1CBB9AF64B74}"/>
              </a:ext>
            </a:extLst>
          </p:cNvPr>
          <p:cNvSpPr>
            <a:spLocks xmlns:a="http://schemas.openxmlformats.org/drawingml/2006/main" noGrp="1"/>
          </p:cNvSpPr>
          <p:nvPr/>
        </p:nvSpPr>
        <p:spPr>
          <a:xfrm xmlns:a="http://schemas.openxmlformats.org/drawingml/2006/main">
            <a:off x="8305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5" name="grid-v-936">
            <a:extLst xmlns:a="http://schemas.openxmlformats.org/drawingml/2006/main">
              <a:ext uri="{FF2B5EF4-FFF2-40B4-BE49-F238E27FC236}">
                <a16:creationId xmlns:a16="http://schemas.microsoft.com/office/drawing/2014/main" id="{BB40E88F-4BDB-46D6-B318-D2C5A387BD98}"/>
              </a:ext>
            </a:extLst>
          </p:cNvPr>
          <p:cNvSpPr>
            <a:spLocks xmlns:a="http://schemas.openxmlformats.org/drawingml/2006/main" noGrp="1"/>
          </p:cNvSpPr>
          <p:nvPr/>
        </p:nvSpPr>
        <p:spPr>
          <a:xfrm xmlns:a="http://schemas.openxmlformats.org/drawingml/2006/main">
            <a:off x="8915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6" name="grid-v-1000">
            <a:extLst xmlns:a="http://schemas.openxmlformats.org/drawingml/2006/main">
              <a:ext uri="{FF2B5EF4-FFF2-40B4-BE49-F238E27FC236}">
                <a16:creationId xmlns:a16="http://schemas.microsoft.com/office/drawing/2014/main" id="{9294C8B9-5829-4478-BE15-4DC9E97BC9E1}"/>
              </a:ext>
            </a:extLst>
          </p:cNvPr>
          <p:cNvSpPr>
            <a:spLocks xmlns:a="http://schemas.openxmlformats.org/drawingml/2006/main" noGrp="1"/>
          </p:cNvSpPr>
          <p:nvPr/>
        </p:nvSpPr>
        <p:spPr>
          <a:xfrm xmlns:a="http://schemas.openxmlformats.org/drawingml/2006/main">
            <a:off x="9525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7" name="grid-v-1064">
            <a:extLst xmlns:a="http://schemas.openxmlformats.org/drawingml/2006/main">
              <a:ext uri="{FF2B5EF4-FFF2-40B4-BE49-F238E27FC236}">
                <a16:creationId xmlns:a16="http://schemas.microsoft.com/office/drawing/2014/main" id="{CB24E421-1A72-4878-B6F7-ED27C27F1455}"/>
              </a:ext>
            </a:extLst>
          </p:cNvPr>
          <p:cNvSpPr>
            <a:spLocks xmlns:a="http://schemas.openxmlformats.org/drawingml/2006/main" noGrp="1"/>
          </p:cNvSpPr>
          <p:nvPr/>
        </p:nvSpPr>
        <p:spPr>
          <a:xfrm xmlns:a="http://schemas.openxmlformats.org/drawingml/2006/main">
            <a:off x="10134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8" name="grid-v-1128">
            <a:extLst xmlns:a="http://schemas.openxmlformats.org/drawingml/2006/main">
              <a:ext uri="{FF2B5EF4-FFF2-40B4-BE49-F238E27FC236}">
                <a16:creationId xmlns:a16="http://schemas.microsoft.com/office/drawing/2014/main" id="{11A5539C-645C-4C9F-9152-60D7D2AA1D31}"/>
              </a:ext>
            </a:extLst>
          </p:cNvPr>
          <p:cNvSpPr>
            <a:spLocks xmlns:a="http://schemas.openxmlformats.org/drawingml/2006/main" noGrp="1"/>
          </p:cNvSpPr>
          <p:nvPr/>
        </p:nvSpPr>
        <p:spPr>
          <a:xfrm xmlns:a="http://schemas.openxmlformats.org/drawingml/2006/main">
            <a:off x="10744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9" name="grid-v-1192">
            <a:extLst xmlns:a="http://schemas.openxmlformats.org/drawingml/2006/main">
              <a:ext uri="{FF2B5EF4-FFF2-40B4-BE49-F238E27FC236}">
                <a16:creationId xmlns:a16="http://schemas.microsoft.com/office/drawing/2014/main" id="{9E2EAB1C-9FE3-4193-8CAA-3E6FD1DC57BB}"/>
              </a:ext>
            </a:extLst>
          </p:cNvPr>
          <p:cNvSpPr>
            <a:spLocks xmlns:a="http://schemas.openxmlformats.org/drawingml/2006/main" noGrp="1"/>
          </p:cNvSpPr>
          <p:nvPr/>
        </p:nvSpPr>
        <p:spPr>
          <a:xfrm xmlns:a="http://schemas.openxmlformats.org/drawingml/2006/main">
            <a:off x="11353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0" name="grid-h-112">
            <a:extLst xmlns:a="http://schemas.openxmlformats.org/drawingml/2006/main">
              <a:ext uri="{FF2B5EF4-FFF2-40B4-BE49-F238E27FC236}">
                <a16:creationId xmlns:a16="http://schemas.microsoft.com/office/drawing/2014/main" id="{0A27691D-3766-4CEA-B26C-A77F12B4100B}"/>
              </a:ext>
            </a:extLst>
          </p:cNvPr>
          <p:cNvSpPr>
            <a:spLocks xmlns:a="http://schemas.openxmlformats.org/drawingml/2006/main" noGrp="1"/>
          </p:cNvSpPr>
          <p:nvPr/>
        </p:nvSpPr>
        <p:spPr>
          <a:xfrm xmlns:a="http://schemas.openxmlformats.org/drawingml/2006/main">
            <a:off x="381000" y="1066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1" name="grid-h-176">
            <a:extLst xmlns:a="http://schemas.openxmlformats.org/drawingml/2006/main">
              <a:ext uri="{FF2B5EF4-FFF2-40B4-BE49-F238E27FC236}">
                <a16:creationId xmlns:a16="http://schemas.microsoft.com/office/drawing/2014/main" id="{39900E32-52F6-42BA-A73F-BFA55B2512FE}"/>
              </a:ext>
            </a:extLst>
          </p:cNvPr>
          <p:cNvSpPr>
            <a:spLocks xmlns:a="http://schemas.openxmlformats.org/drawingml/2006/main" noGrp="1"/>
          </p:cNvSpPr>
          <p:nvPr/>
        </p:nvSpPr>
        <p:spPr>
          <a:xfrm xmlns:a="http://schemas.openxmlformats.org/drawingml/2006/main">
            <a:off x="381000" y="1676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2" name="grid-h-240">
            <a:extLst xmlns:a="http://schemas.openxmlformats.org/drawingml/2006/main">
              <a:ext uri="{FF2B5EF4-FFF2-40B4-BE49-F238E27FC236}">
                <a16:creationId xmlns:a16="http://schemas.microsoft.com/office/drawing/2014/main" id="{32A1B94E-1D22-4E3D-A231-84C110557947}"/>
              </a:ext>
            </a:extLst>
          </p:cNvPr>
          <p:cNvSpPr>
            <a:spLocks xmlns:a="http://schemas.openxmlformats.org/drawingml/2006/main" noGrp="1"/>
          </p:cNvSpPr>
          <p:nvPr/>
        </p:nvSpPr>
        <p:spPr>
          <a:xfrm xmlns:a="http://schemas.openxmlformats.org/drawingml/2006/main">
            <a:off x="381000" y="2286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3" name="grid-h-304">
            <a:extLst xmlns:a="http://schemas.openxmlformats.org/drawingml/2006/main">
              <a:ext uri="{FF2B5EF4-FFF2-40B4-BE49-F238E27FC236}">
                <a16:creationId xmlns:a16="http://schemas.microsoft.com/office/drawing/2014/main" id="{468C0925-25CE-4474-B994-C028482649A2}"/>
              </a:ext>
            </a:extLst>
          </p:cNvPr>
          <p:cNvSpPr>
            <a:spLocks xmlns:a="http://schemas.openxmlformats.org/drawingml/2006/main" noGrp="1"/>
          </p:cNvSpPr>
          <p:nvPr/>
        </p:nvSpPr>
        <p:spPr>
          <a:xfrm xmlns:a="http://schemas.openxmlformats.org/drawingml/2006/main">
            <a:off x="381000" y="2895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4" name="grid-h-368">
            <a:extLst xmlns:a="http://schemas.openxmlformats.org/drawingml/2006/main">
              <a:ext uri="{FF2B5EF4-FFF2-40B4-BE49-F238E27FC236}">
                <a16:creationId xmlns:a16="http://schemas.microsoft.com/office/drawing/2014/main" id="{A20783CC-8584-4CF9-809F-211BEB4F52AF}"/>
              </a:ext>
            </a:extLst>
          </p:cNvPr>
          <p:cNvSpPr>
            <a:spLocks xmlns:a="http://schemas.openxmlformats.org/drawingml/2006/main" noGrp="1"/>
          </p:cNvSpPr>
          <p:nvPr/>
        </p:nvSpPr>
        <p:spPr>
          <a:xfrm xmlns:a="http://schemas.openxmlformats.org/drawingml/2006/main">
            <a:off x="381000" y="35052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5" name="grid-h-432">
            <a:extLst xmlns:a="http://schemas.openxmlformats.org/drawingml/2006/main">
              <a:ext uri="{FF2B5EF4-FFF2-40B4-BE49-F238E27FC236}">
                <a16:creationId xmlns:a16="http://schemas.microsoft.com/office/drawing/2014/main" id="{042DEA8C-3923-4C19-8DB6-915E7FBE4D78}"/>
              </a:ext>
            </a:extLst>
          </p:cNvPr>
          <p:cNvSpPr>
            <a:spLocks xmlns:a="http://schemas.openxmlformats.org/drawingml/2006/main" noGrp="1"/>
          </p:cNvSpPr>
          <p:nvPr/>
        </p:nvSpPr>
        <p:spPr>
          <a:xfrm xmlns:a="http://schemas.openxmlformats.org/drawingml/2006/main">
            <a:off x="381000" y="4114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6" name="grid-h-496">
            <a:extLst xmlns:a="http://schemas.openxmlformats.org/drawingml/2006/main">
              <a:ext uri="{FF2B5EF4-FFF2-40B4-BE49-F238E27FC236}">
                <a16:creationId xmlns:a16="http://schemas.microsoft.com/office/drawing/2014/main" id="{3960FF1A-C4A9-427B-B7F9-EECAF6A65C98}"/>
              </a:ext>
            </a:extLst>
          </p:cNvPr>
          <p:cNvSpPr>
            <a:spLocks xmlns:a="http://schemas.openxmlformats.org/drawingml/2006/main" noGrp="1"/>
          </p:cNvSpPr>
          <p:nvPr/>
        </p:nvSpPr>
        <p:spPr>
          <a:xfrm xmlns:a="http://schemas.openxmlformats.org/drawingml/2006/main">
            <a:off x="381000" y="4724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7" name="grid-h-560">
            <a:extLst xmlns:a="http://schemas.openxmlformats.org/drawingml/2006/main">
              <a:ext uri="{FF2B5EF4-FFF2-40B4-BE49-F238E27FC236}">
                <a16:creationId xmlns:a16="http://schemas.microsoft.com/office/drawing/2014/main" id="{EF0AB798-5B16-45D2-AFE1-627705FAA4A0}"/>
              </a:ext>
            </a:extLst>
          </p:cNvPr>
          <p:cNvSpPr>
            <a:spLocks xmlns:a="http://schemas.openxmlformats.org/drawingml/2006/main" noGrp="1"/>
          </p:cNvSpPr>
          <p:nvPr/>
        </p:nvSpPr>
        <p:spPr>
          <a:xfrm xmlns:a="http://schemas.openxmlformats.org/drawingml/2006/main">
            <a:off x="381000" y="5334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8" name="grid-h-624">
            <a:extLst xmlns:a="http://schemas.openxmlformats.org/drawingml/2006/main">
              <a:ext uri="{FF2B5EF4-FFF2-40B4-BE49-F238E27FC236}">
                <a16:creationId xmlns:a16="http://schemas.microsoft.com/office/drawing/2014/main" id="{8346EBC8-D7B2-44EB-B309-8DF75273B6A8}"/>
              </a:ext>
            </a:extLst>
          </p:cNvPr>
          <p:cNvSpPr>
            <a:spLocks xmlns:a="http://schemas.openxmlformats.org/drawingml/2006/main" noGrp="1"/>
          </p:cNvSpPr>
          <p:nvPr/>
        </p:nvSpPr>
        <p:spPr>
          <a:xfrm xmlns:a="http://schemas.openxmlformats.org/drawingml/2006/main">
            <a:off x="381000" y="5943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9" name="top-rule">
            <a:extLst xmlns:a="http://schemas.openxmlformats.org/drawingml/2006/main">
              <a:ext uri="{FF2B5EF4-FFF2-40B4-BE49-F238E27FC236}">
                <a16:creationId xmlns:a16="http://schemas.microsoft.com/office/drawing/2014/main" id="{56D5FCD6-610C-4DBE-BBD5-7A6BCECB4A1F}"/>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30" name="wordmark">
            <a:extLst xmlns:a="http://schemas.openxmlformats.org/drawingml/2006/main">
              <a:ext uri="{FF2B5EF4-FFF2-40B4-BE49-F238E27FC236}">
                <a16:creationId xmlns:a16="http://schemas.microsoft.com/office/drawing/2014/main" id="{AC85C8ED-D897-4B95-BFCA-54BFA188AC20}"/>
              </a:ext>
            </a:extLst>
          </p:cNvPr>
          <p:cNvSpPr>
            <a:spLocks xmlns:a="http://schemas.openxmlformats.org/drawingml/2006/main" noGrp="1"/>
          </p:cNvSpPr>
          <p:nvPr/>
        </p:nvSpPr>
        <p:spPr>
          <a:xfrm xmlns:a="http://schemas.openxmlformats.org/drawingml/2006/main">
            <a:off x="381000" y="2286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F1EFE5"/>
                </a:solidFill>
                <a:latin typeface="Arial Black"/>
                <a:ea typeface="Arial Black"/>
                <a:cs typeface="Arial Black"/>
              </a:defRPr>
            </a:pPr>
            <a:r>
              <a:rPr sz="2550" b="1">
                <a:solidFill>
                  <a:srgbClr val="F1EFE5"/>
                </a:solidFill>
                <a:latin typeface="Arial Black"/>
                <a:ea typeface="Arial Black"/>
                <a:cs typeface="Arial Black"/>
              </a:rPr>
              <a:t>POOL</a:t>
            </a:r>
          </a:p>
        </p:txBody>
      </p:sp>
      <p:sp>
        <p:nvSpPr>
          <p:cNvPr id="31" name="environment-label">
            <a:extLst xmlns:a="http://schemas.openxmlformats.org/drawingml/2006/main">
              <a:ext uri="{FF2B5EF4-FFF2-40B4-BE49-F238E27FC236}">
                <a16:creationId xmlns:a16="http://schemas.microsoft.com/office/drawing/2014/main" id="{CCC10E62-48F8-45BA-A829-D8A922A28279}"/>
              </a:ext>
            </a:extLst>
          </p:cNvPr>
          <p:cNvSpPr>
            <a:spLocks xmlns:a="http://schemas.openxmlformats.org/drawingml/2006/main" noGrp="1"/>
          </p:cNvSpPr>
          <p:nvPr/>
        </p:nvSpPr>
        <p:spPr>
          <a:xfrm xmlns:a="http://schemas.openxmlformats.org/drawingml/2006/main">
            <a:off x="4705350" y="352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BUYER DECISION RECEIPT</a:t>
            </a:r>
          </a:p>
        </p:txBody>
      </p:sp>
      <p:sp>
        <p:nvSpPr>
          <p:cNvPr id="32" name="slide-index">
            <a:extLst xmlns:a="http://schemas.openxmlformats.org/drawingml/2006/main">
              <a:ext uri="{FF2B5EF4-FFF2-40B4-BE49-F238E27FC236}">
                <a16:creationId xmlns:a16="http://schemas.microsoft.com/office/drawing/2014/main" id="{BCDA6908-E44F-421C-954A-1F64CEDEDA26}"/>
              </a:ext>
            </a:extLst>
          </p:cNvPr>
          <p:cNvSpPr>
            <a:spLocks xmlns:a="http://schemas.openxmlformats.org/drawingml/2006/main" noGrp="1"/>
          </p:cNvSpPr>
          <p:nvPr/>
        </p:nvSpPr>
        <p:spPr>
          <a:xfrm xmlns:a="http://schemas.openxmlformats.org/drawingml/2006/main">
            <a:off x="10572750" y="352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02 / 06</a:t>
            </a:r>
          </a:p>
        </p:txBody>
      </p:sp>
      <p:sp>
        <p:nvSpPr>
          <p:cNvPr id="33" name="event-footer">
            <a:extLst xmlns:a="http://schemas.openxmlformats.org/drawingml/2006/main">
              <a:ext uri="{FF2B5EF4-FFF2-40B4-BE49-F238E27FC236}">
                <a16:creationId xmlns:a16="http://schemas.microsoft.com/office/drawing/2014/main" id="{B7150D88-ABF1-44C0-B6FA-A0FF9D122B15}"/>
              </a:ext>
            </a:extLst>
          </p:cNvPr>
          <p:cNvSpPr>
            <a:spLocks xmlns:a="http://schemas.openxmlformats.org/drawingml/2006/main" noGrp="1"/>
          </p:cNvSpPr>
          <p:nvPr/>
        </p:nvSpPr>
        <p:spPr>
          <a:xfrm xmlns:a="http://schemas.openxmlformats.org/drawingml/2006/main">
            <a:off x="381000" y="6467475"/>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RAINGENTIC COMMERCE · RAIN + MONAD</a:t>
            </a:r>
          </a:p>
        </p:txBody>
      </p:sp>
      <p:sp>
        <p:nvSpPr>
          <p:cNvPr id="34" name="honesty-footer">
            <a:extLst xmlns:a="http://schemas.openxmlformats.org/drawingml/2006/main">
              <a:ext uri="{FF2B5EF4-FFF2-40B4-BE49-F238E27FC236}">
                <a16:creationId xmlns:a16="http://schemas.microsoft.com/office/drawing/2014/main" id="{220B6DBB-2F0C-4FE8-95B5-8AF244AFCA09}"/>
              </a:ext>
            </a:extLst>
          </p:cNvPr>
          <p:cNvSpPr>
            <a:spLocks xmlns:a="http://schemas.openxmlformats.org/drawingml/2006/main" noGrp="1"/>
          </p:cNvSpPr>
          <p:nvPr/>
        </p:nvSpPr>
        <p:spPr>
          <a:xfrm xmlns:a="http://schemas.openxmlformats.org/drawingml/2006/main">
            <a:off x="6934200" y="6467475"/>
            <a:ext cx="487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SANDBOX / TESTNET CLAIMS REQUIRE RENDERED EVIDENCE</a:t>
            </a:r>
          </a:p>
        </p:txBody>
      </p:sp>
      <p:sp>
        <p:nvSpPr>
          <p:cNvPr id="35" name="eyebrow">
            <a:extLst xmlns:a="http://schemas.openxmlformats.org/drawingml/2006/main">
              <a:ext uri="{FF2B5EF4-FFF2-40B4-BE49-F238E27FC236}">
                <a16:creationId xmlns:a16="http://schemas.microsoft.com/office/drawing/2014/main" id="{576981F6-D2D8-4B78-A1D2-283EB3F83C4F}"/>
              </a:ext>
            </a:extLst>
          </p:cNvPr>
          <p:cNvSpPr>
            <a:spLocks xmlns:a="http://schemas.openxmlformats.org/drawingml/2006/main" noGrp="1"/>
          </p:cNvSpPr>
          <p:nvPr/>
        </p:nvSpPr>
        <p:spPr>
          <a:xfrm xmlns:a="http://schemas.openxmlformats.org/drawingml/2006/main">
            <a:off x="381000" y="1123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01 / INTERPRET</a:t>
            </a:r>
          </a:p>
        </p:txBody>
      </p:sp>
      <p:sp>
        <p:nvSpPr>
          <p:cNvPr id="36" name="slide-title">
            <a:extLst xmlns:a="http://schemas.openxmlformats.org/drawingml/2006/main">
              <a:ext uri="{FF2B5EF4-FFF2-40B4-BE49-F238E27FC236}">
                <a16:creationId xmlns:a16="http://schemas.microsoft.com/office/drawing/2014/main" id="{3385961E-9282-4A0B-B473-DB2FD92AB1E2}"/>
              </a:ext>
            </a:extLst>
          </p:cNvPr>
          <p:cNvSpPr>
            <a:spLocks xmlns:a="http://schemas.openxmlformats.org/drawingml/2006/main" noGrp="1"/>
          </p:cNvSpPr>
          <p:nvPr/>
        </p:nvSpPr>
        <p:spPr>
          <a:xfrm xmlns:a="http://schemas.openxmlformats.org/drawingml/2006/main">
            <a:off x="381000" y="1409700"/>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525" b="1">
                <a:solidFill>
                  <a:srgbClr val="F1EFE5"/>
                </a:solidFill>
                <a:latin typeface="Arial Black"/>
                <a:ea typeface="Arial Black"/>
                <a:cs typeface="Arial Black"/>
              </a:defRPr>
            </a:pPr>
            <a:r>
              <a:rPr sz="3525" b="1">
                <a:solidFill>
                  <a:srgbClr val="F1EFE5"/>
                </a:solidFill>
                <a:latin typeface="Arial Black"/>
                <a:ea typeface="Arial Black"/>
                <a:cs typeface="Arial Black"/>
              </a:rPr>
              <a:t>INTERPRET FIRST. SAVE WITH CONSENT.</a:t>
            </a:r>
          </a:p>
        </p:txBody>
      </p:sp>
      <p:sp>
        <p:nvSpPr>
          <p:cNvPr id="37" name="agent-request-label">
            <a:extLst xmlns:a="http://schemas.openxmlformats.org/drawingml/2006/main">
              <a:ext uri="{FF2B5EF4-FFF2-40B4-BE49-F238E27FC236}">
                <a16:creationId xmlns:a16="http://schemas.microsoft.com/office/drawing/2014/main" id="{0DF07DE9-4C68-498E-8512-DAD9A40748FD}"/>
              </a:ext>
            </a:extLst>
          </p:cNvPr>
          <p:cNvSpPr>
            <a:spLocks xmlns:a="http://schemas.openxmlformats.org/drawingml/2006/main" noGrp="1"/>
          </p:cNvSpPr>
          <p:nvPr/>
        </p:nvSpPr>
        <p:spPr>
          <a:xfrm xmlns:a="http://schemas.openxmlformats.org/drawingml/2006/main">
            <a:off x="419100" y="2343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BUYER REQUEST</a:t>
            </a:r>
          </a:p>
        </p:txBody>
      </p:sp>
      <p:sp>
        <p:nvSpPr>
          <p:cNvPr id="38" name="agent-request">
            <a:extLst xmlns:a="http://schemas.openxmlformats.org/drawingml/2006/main">
              <a:ext uri="{FF2B5EF4-FFF2-40B4-BE49-F238E27FC236}">
                <a16:creationId xmlns:a16="http://schemas.microsoft.com/office/drawing/2014/main" id="{517B1285-8064-462D-BF6D-3E29038E051A}"/>
              </a:ext>
            </a:extLst>
          </p:cNvPr>
          <p:cNvSpPr>
            <a:spLocks xmlns:a="http://schemas.openxmlformats.org/drawingml/2006/main" noGrp="1"/>
          </p:cNvSpPr>
          <p:nvPr/>
        </p:nvSpPr>
        <p:spPr>
          <a:xfrm xmlns:a="http://schemas.openxmlformats.org/drawingml/2006/main">
            <a:off x="419100" y="2686050"/>
            <a:ext cx="3886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F1EFE5"/>
                </a:solidFill>
                <a:latin typeface="Arial"/>
                <a:ea typeface="Arial"/>
                <a:cs typeface="Arial"/>
              </a:defRPr>
            </a:pPr>
            <a:r>
              <a:rPr sz="2025" b="1">
                <a:solidFill>
                  <a:srgbClr val="F1EFE5"/>
                </a:solidFill>
                <a:latin typeface="Arial"/>
                <a:ea typeface="Arial"/>
                <a:cs typeface="Arial"/>
              </a:rPr>
              <a:t>“Sony headphones. One unit.</a:t>
            </a:r>
          </a:p>
          <a:p xmlns:a="http://schemas.openxmlformats.org/drawingml/2006/main">
            <a:pPr algn="l">
              <a:lnSpc>
                <a:spcPct val="105000"/>
              </a:lnSpc>
              <a:buNone/>
              <a:defRPr sz="2025" b="1">
                <a:solidFill>
                  <a:srgbClr val="F1EFE5"/>
                </a:solidFill>
                <a:latin typeface="Arial"/>
                <a:ea typeface="Arial"/>
                <a:cs typeface="Arial"/>
              </a:defRPr>
            </a:pPr>
            <a:r>
              <a:rPr sz="2025" b="1">
                <a:solidFill>
                  <a:srgbClr val="F1EFE5"/>
                </a:solidFill>
                <a:latin typeface="Arial"/>
                <a:ea typeface="Arial"/>
                <a:cs typeface="Arial"/>
              </a:rPr>
              <a:t>Max $400. I can wait 30 days.”</a:t>
            </a:r>
          </a:p>
        </p:txBody>
      </p:sp>
      <p:sp>
        <p:nvSpPr>
          <p:cNvPr id="39" name="agent-stage-number-0">
            <a:extLst xmlns:a="http://schemas.openxmlformats.org/drawingml/2006/main">
              <a:ext uri="{FF2B5EF4-FFF2-40B4-BE49-F238E27FC236}">
                <a16:creationId xmlns:a16="http://schemas.microsoft.com/office/drawing/2014/main" id="{56FFE7DC-2E2B-46BF-BF98-CDE60A1E26D3}"/>
              </a:ext>
            </a:extLst>
          </p:cNvPr>
          <p:cNvSpPr>
            <a:spLocks xmlns:a="http://schemas.openxmlformats.org/drawingml/2006/main" noGrp="1"/>
          </p:cNvSpPr>
          <p:nvPr/>
        </p:nvSpPr>
        <p:spPr>
          <a:xfrm xmlns:a="http://schemas.openxmlformats.org/drawingml/2006/main">
            <a:off x="419100" y="4000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C7F52F"/>
                </a:solidFill>
                <a:latin typeface="Courier New"/>
                <a:ea typeface="Courier New"/>
                <a:cs typeface="Courier New"/>
              </a:defRPr>
            </a:pPr>
            <a:r>
              <a:rPr sz="975" b="1">
                <a:solidFill>
                  <a:srgbClr val="C7F52F"/>
                </a:solidFill>
                <a:latin typeface="Courier New"/>
                <a:ea typeface="Courier New"/>
                <a:cs typeface="Courier New"/>
              </a:rPr>
              <a:t>01</a:t>
            </a:r>
          </a:p>
        </p:txBody>
      </p:sp>
      <p:sp>
        <p:nvSpPr>
          <p:cNvPr id="40" name="agent-stage-label-0">
            <a:extLst xmlns:a="http://schemas.openxmlformats.org/drawingml/2006/main">
              <a:ext uri="{FF2B5EF4-FFF2-40B4-BE49-F238E27FC236}">
                <a16:creationId xmlns:a16="http://schemas.microsoft.com/office/drawing/2014/main" id="{DB35084E-5747-46E0-9BED-1ADD6DAA6ADF}"/>
              </a:ext>
            </a:extLst>
          </p:cNvPr>
          <p:cNvSpPr>
            <a:spLocks xmlns:a="http://schemas.openxmlformats.org/drawingml/2006/main" noGrp="1"/>
          </p:cNvSpPr>
          <p:nvPr/>
        </p:nvSpPr>
        <p:spPr>
          <a:xfrm xmlns:a="http://schemas.openxmlformats.org/drawingml/2006/main">
            <a:off x="419100" y="425767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D3D1C8"/>
                </a:solidFill>
                <a:latin typeface="Courier New"/>
                <a:ea typeface="Courier New"/>
                <a:cs typeface="Courier New"/>
              </a:defRPr>
            </a:pPr>
            <a:r>
              <a:rPr sz="975" b="0">
                <a:solidFill>
                  <a:srgbClr val="D3D1C8"/>
                </a:solidFill>
                <a:latin typeface="Courier New"/>
                <a:ea typeface="Courier New"/>
                <a:cs typeface="Courier New"/>
              </a:rPr>
              <a:t>LANGUAGE</a:t>
            </a:r>
          </a:p>
        </p:txBody>
      </p:sp>
      <p:sp>
        <p:nvSpPr>
          <p:cNvPr id="41" name="agent-stage-arrow-0-shaft">
            <a:extLst xmlns:a="http://schemas.openxmlformats.org/drawingml/2006/main">
              <a:ext uri="{FF2B5EF4-FFF2-40B4-BE49-F238E27FC236}">
                <a16:creationId xmlns:a16="http://schemas.microsoft.com/office/drawing/2014/main" id="{D7FC7EF4-A665-4290-A602-5A1E7ADF2E0B}"/>
              </a:ext>
            </a:extLst>
          </p:cNvPr>
          <p:cNvSpPr>
            <a:spLocks xmlns:a="http://schemas.openxmlformats.org/drawingml/2006/main" noGrp="1"/>
          </p:cNvSpPr>
          <p:nvPr/>
        </p:nvSpPr>
        <p:spPr>
          <a:xfrm xmlns:a="http://schemas.openxmlformats.org/drawingml/2006/main">
            <a:off x="1085850" y="4086225"/>
            <a:ext cx="95250" cy="28575"/>
          </a:xfrm>
          <a:prstGeom xmlns:a="http://schemas.openxmlformats.org/drawingml/2006/main" prst="rect">
            <a:avLst/>
          </a:prstGeom>
          <a:solidFill xmlns:a="http://schemas.openxmlformats.org/drawingml/2006/main">
            <a:srgbClr val="7C9920"/>
          </a:solidFill>
          <a:ln xmlns:a="http://schemas.openxmlformats.org/drawingml/2006/main" w="0">
            <a:noFill/>
            <a:prstDash val="solid"/>
          </a:ln>
        </p:spPr>
      </p:sp>
      <p:sp>
        <p:nvSpPr>
          <p:cNvPr id="42" name="agent-stage-arrow-0-head">
            <a:extLst xmlns:a="http://schemas.openxmlformats.org/drawingml/2006/main">
              <a:ext uri="{FF2B5EF4-FFF2-40B4-BE49-F238E27FC236}">
                <a16:creationId xmlns:a16="http://schemas.microsoft.com/office/drawing/2014/main" id="{439BE4FF-CAA2-48AA-AA79-27DE97730B24}"/>
              </a:ext>
            </a:extLst>
          </p:cNvPr>
          <p:cNvSpPr>
            <a:spLocks xmlns:a="http://schemas.openxmlformats.org/drawingml/2006/main" noGrp="1"/>
          </p:cNvSpPr>
          <p:nvPr/>
        </p:nvSpPr>
        <p:spPr>
          <a:xfrm xmlns:a="http://schemas.openxmlformats.org/drawingml/2006/main">
            <a:off x="1143000" y="4010025"/>
            <a:ext cx="209550" cy="180975"/>
          </a:xfrm>
          <a:prstGeom xmlns:a="http://schemas.openxmlformats.org/drawingml/2006/main" prst="rightArrow">
            <a:avLst/>
          </a:prstGeom>
          <a:solidFill xmlns:a="http://schemas.openxmlformats.org/drawingml/2006/main">
            <a:srgbClr val="7C9920"/>
          </a:solidFill>
          <a:ln xmlns:a="http://schemas.openxmlformats.org/drawingml/2006/main" w="0">
            <a:noFill/>
            <a:prstDash val="solid"/>
          </a:ln>
        </p:spPr>
      </p:sp>
      <p:sp>
        <p:nvSpPr>
          <p:cNvPr id="43" name="agent-stage-number-1">
            <a:extLst xmlns:a="http://schemas.openxmlformats.org/drawingml/2006/main">
              <a:ext uri="{FF2B5EF4-FFF2-40B4-BE49-F238E27FC236}">
                <a16:creationId xmlns:a16="http://schemas.microsoft.com/office/drawing/2014/main" id="{0A5CA94D-A4F7-43B6-838E-89F27600D9AC}"/>
              </a:ext>
            </a:extLst>
          </p:cNvPr>
          <p:cNvSpPr>
            <a:spLocks xmlns:a="http://schemas.openxmlformats.org/drawingml/2006/main" noGrp="1"/>
          </p:cNvSpPr>
          <p:nvPr/>
        </p:nvSpPr>
        <p:spPr>
          <a:xfrm xmlns:a="http://schemas.openxmlformats.org/drawingml/2006/main">
            <a:off x="1390650" y="4000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C7F52F"/>
                </a:solidFill>
                <a:latin typeface="Courier New"/>
                <a:ea typeface="Courier New"/>
                <a:cs typeface="Courier New"/>
              </a:defRPr>
            </a:pPr>
            <a:r>
              <a:rPr sz="975" b="1">
                <a:solidFill>
                  <a:srgbClr val="C7F52F"/>
                </a:solidFill>
                <a:latin typeface="Courier New"/>
                <a:ea typeface="Courier New"/>
                <a:cs typeface="Courier New"/>
              </a:rPr>
              <a:t>02</a:t>
            </a:r>
          </a:p>
        </p:txBody>
      </p:sp>
      <p:sp>
        <p:nvSpPr>
          <p:cNvPr id="44" name="agent-stage-label-1">
            <a:extLst xmlns:a="http://schemas.openxmlformats.org/drawingml/2006/main">
              <a:ext uri="{FF2B5EF4-FFF2-40B4-BE49-F238E27FC236}">
                <a16:creationId xmlns:a16="http://schemas.microsoft.com/office/drawing/2014/main" id="{147D5BDD-C77E-45A4-AA4D-361387F42BE5}"/>
              </a:ext>
            </a:extLst>
          </p:cNvPr>
          <p:cNvSpPr>
            <a:spLocks xmlns:a="http://schemas.openxmlformats.org/drawingml/2006/main" noGrp="1"/>
          </p:cNvSpPr>
          <p:nvPr/>
        </p:nvSpPr>
        <p:spPr>
          <a:xfrm xmlns:a="http://schemas.openxmlformats.org/drawingml/2006/main">
            <a:off x="1390650" y="425767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D3D1C8"/>
                </a:solidFill>
                <a:latin typeface="Courier New"/>
                <a:ea typeface="Courier New"/>
                <a:cs typeface="Courier New"/>
              </a:defRPr>
            </a:pPr>
            <a:r>
              <a:rPr sz="975" b="0">
                <a:solidFill>
                  <a:srgbClr val="D3D1C8"/>
                </a:solidFill>
                <a:latin typeface="Courier New"/>
                <a:ea typeface="Courier New"/>
                <a:cs typeface="Courier New"/>
              </a:rPr>
              <a:t>CATALOG</a:t>
            </a:r>
          </a:p>
        </p:txBody>
      </p:sp>
      <p:sp>
        <p:nvSpPr>
          <p:cNvPr id="45" name="agent-stage-arrow-1-shaft">
            <a:extLst xmlns:a="http://schemas.openxmlformats.org/drawingml/2006/main">
              <a:ext uri="{FF2B5EF4-FFF2-40B4-BE49-F238E27FC236}">
                <a16:creationId xmlns:a16="http://schemas.microsoft.com/office/drawing/2014/main" id="{392796FF-726D-4207-86D1-6FE1A8110F39}"/>
              </a:ext>
            </a:extLst>
          </p:cNvPr>
          <p:cNvSpPr>
            <a:spLocks xmlns:a="http://schemas.openxmlformats.org/drawingml/2006/main" noGrp="1"/>
          </p:cNvSpPr>
          <p:nvPr/>
        </p:nvSpPr>
        <p:spPr>
          <a:xfrm xmlns:a="http://schemas.openxmlformats.org/drawingml/2006/main">
            <a:off x="2057400" y="4086225"/>
            <a:ext cx="95250" cy="28575"/>
          </a:xfrm>
          <a:prstGeom xmlns:a="http://schemas.openxmlformats.org/drawingml/2006/main" prst="rect">
            <a:avLst/>
          </a:prstGeom>
          <a:solidFill xmlns:a="http://schemas.openxmlformats.org/drawingml/2006/main">
            <a:srgbClr val="7C9920"/>
          </a:solidFill>
          <a:ln xmlns:a="http://schemas.openxmlformats.org/drawingml/2006/main" w="0">
            <a:noFill/>
            <a:prstDash val="solid"/>
          </a:ln>
        </p:spPr>
      </p:sp>
      <p:sp>
        <p:nvSpPr>
          <p:cNvPr id="46" name="agent-stage-arrow-1-head">
            <a:extLst xmlns:a="http://schemas.openxmlformats.org/drawingml/2006/main">
              <a:ext uri="{FF2B5EF4-FFF2-40B4-BE49-F238E27FC236}">
                <a16:creationId xmlns:a16="http://schemas.microsoft.com/office/drawing/2014/main" id="{BD5DA078-BDB4-4684-ADCA-C19873BE8E70}"/>
              </a:ext>
            </a:extLst>
          </p:cNvPr>
          <p:cNvSpPr>
            <a:spLocks xmlns:a="http://schemas.openxmlformats.org/drawingml/2006/main" noGrp="1"/>
          </p:cNvSpPr>
          <p:nvPr/>
        </p:nvSpPr>
        <p:spPr>
          <a:xfrm xmlns:a="http://schemas.openxmlformats.org/drawingml/2006/main">
            <a:off x="2114550" y="4010025"/>
            <a:ext cx="209550" cy="180975"/>
          </a:xfrm>
          <a:prstGeom xmlns:a="http://schemas.openxmlformats.org/drawingml/2006/main" prst="rightArrow">
            <a:avLst/>
          </a:prstGeom>
          <a:solidFill xmlns:a="http://schemas.openxmlformats.org/drawingml/2006/main">
            <a:srgbClr val="7C9920"/>
          </a:solidFill>
          <a:ln xmlns:a="http://schemas.openxmlformats.org/drawingml/2006/main" w="0">
            <a:noFill/>
            <a:prstDash val="solid"/>
          </a:ln>
        </p:spPr>
      </p:sp>
      <p:sp>
        <p:nvSpPr>
          <p:cNvPr id="47" name="agent-stage-number-2">
            <a:extLst xmlns:a="http://schemas.openxmlformats.org/drawingml/2006/main">
              <a:ext uri="{FF2B5EF4-FFF2-40B4-BE49-F238E27FC236}">
                <a16:creationId xmlns:a16="http://schemas.microsoft.com/office/drawing/2014/main" id="{13A675CB-73D8-442E-A232-2F064EA0FF62}"/>
              </a:ext>
            </a:extLst>
          </p:cNvPr>
          <p:cNvSpPr>
            <a:spLocks xmlns:a="http://schemas.openxmlformats.org/drawingml/2006/main" noGrp="1"/>
          </p:cNvSpPr>
          <p:nvPr/>
        </p:nvSpPr>
        <p:spPr>
          <a:xfrm xmlns:a="http://schemas.openxmlformats.org/drawingml/2006/main">
            <a:off x="2362200" y="4000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C7F52F"/>
                </a:solidFill>
                <a:latin typeface="Courier New"/>
                <a:ea typeface="Courier New"/>
                <a:cs typeface="Courier New"/>
              </a:defRPr>
            </a:pPr>
            <a:r>
              <a:rPr sz="975" b="1">
                <a:solidFill>
                  <a:srgbClr val="C7F52F"/>
                </a:solidFill>
                <a:latin typeface="Courier New"/>
                <a:ea typeface="Courier New"/>
                <a:cs typeface="Courier New"/>
              </a:rPr>
              <a:t>03</a:t>
            </a:r>
          </a:p>
        </p:txBody>
      </p:sp>
      <p:sp>
        <p:nvSpPr>
          <p:cNvPr id="48" name="agent-stage-label-2">
            <a:extLst xmlns:a="http://schemas.openxmlformats.org/drawingml/2006/main">
              <a:ext uri="{FF2B5EF4-FFF2-40B4-BE49-F238E27FC236}">
                <a16:creationId xmlns:a16="http://schemas.microsoft.com/office/drawing/2014/main" id="{C3FEC795-FF15-4D1E-AA76-FD7B604C5E9C}"/>
              </a:ext>
            </a:extLst>
          </p:cNvPr>
          <p:cNvSpPr>
            <a:spLocks xmlns:a="http://schemas.openxmlformats.org/drawingml/2006/main" noGrp="1"/>
          </p:cNvSpPr>
          <p:nvPr/>
        </p:nvSpPr>
        <p:spPr>
          <a:xfrm xmlns:a="http://schemas.openxmlformats.org/drawingml/2006/main">
            <a:off x="2362200" y="425767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D3D1C8"/>
                </a:solidFill>
                <a:latin typeface="Courier New"/>
                <a:ea typeface="Courier New"/>
                <a:cs typeface="Courier New"/>
              </a:defRPr>
            </a:pPr>
            <a:r>
              <a:rPr sz="975" b="0">
                <a:solidFill>
                  <a:srgbClr val="D3D1C8"/>
                </a:solidFill>
                <a:latin typeface="Courier New"/>
                <a:ea typeface="Courier New"/>
                <a:cs typeface="Courier New"/>
              </a:rPr>
              <a:t>CHECKS</a:t>
            </a:r>
          </a:p>
        </p:txBody>
      </p:sp>
      <p:sp>
        <p:nvSpPr>
          <p:cNvPr id="49" name="agent-stage-arrow-2-shaft">
            <a:extLst xmlns:a="http://schemas.openxmlformats.org/drawingml/2006/main">
              <a:ext uri="{FF2B5EF4-FFF2-40B4-BE49-F238E27FC236}">
                <a16:creationId xmlns:a16="http://schemas.microsoft.com/office/drawing/2014/main" id="{B85B85AE-8B0B-41B3-8E99-98BB3B85A0A8}"/>
              </a:ext>
            </a:extLst>
          </p:cNvPr>
          <p:cNvSpPr>
            <a:spLocks xmlns:a="http://schemas.openxmlformats.org/drawingml/2006/main" noGrp="1"/>
          </p:cNvSpPr>
          <p:nvPr/>
        </p:nvSpPr>
        <p:spPr>
          <a:xfrm xmlns:a="http://schemas.openxmlformats.org/drawingml/2006/main">
            <a:off x="3028950" y="4086225"/>
            <a:ext cx="95250" cy="28575"/>
          </a:xfrm>
          <a:prstGeom xmlns:a="http://schemas.openxmlformats.org/drawingml/2006/main" prst="rect">
            <a:avLst/>
          </a:prstGeom>
          <a:solidFill xmlns:a="http://schemas.openxmlformats.org/drawingml/2006/main">
            <a:srgbClr val="7C9920"/>
          </a:solidFill>
          <a:ln xmlns:a="http://schemas.openxmlformats.org/drawingml/2006/main" w="0">
            <a:noFill/>
            <a:prstDash val="solid"/>
          </a:ln>
        </p:spPr>
      </p:sp>
      <p:sp>
        <p:nvSpPr>
          <p:cNvPr id="50" name="agent-stage-arrow-2-head">
            <a:extLst xmlns:a="http://schemas.openxmlformats.org/drawingml/2006/main">
              <a:ext uri="{FF2B5EF4-FFF2-40B4-BE49-F238E27FC236}">
                <a16:creationId xmlns:a16="http://schemas.microsoft.com/office/drawing/2014/main" id="{7D2BCD2F-858E-479B-94D4-5CDED2929CDD}"/>
              </a:ext>
            </a:extLst>
          </p:cNvPr>
          <p:cNvSpPr>
            <a:spLocks xmlns:a="http://schemas.openxmlformats.org/drawingml/2006/main" noGrp="1"/>
          </p:cNvSpPr>
          <p:nvPr/>
        </p:nvSpPr>
        <p:spPr>
          <a:xfrm xmlns:a="http://schemas.openxmlformats.org/drawingml/2006/main">
            <a:off x="3086100" y="4010025"/>
            <a:ext cx="209550" cy="180975"/>
          </a:xfrm>
          <a:prstGeom xmlns:a="http://schemas.openxmlformats.org/drawingml/2006/main" prst="rightArrow">
            <a:avLst/>
          </a:prstGeom>
          <a:solidFill xmlns:a="http://schemas.openxmlformats.org/drawingml/2006/main">
            <a:srgbClr val="7C9920"/>
          </a:solidFill>
          <a:ln xmlns:a="http://schemas.openxmlformats.org/drawingml/2006/main" w="0">
            <a:noFill/>
            <a:prstDash val="solid"/>
          </a:ln>
        </p:spPr>
      </p:sp>
      <p:sp>
        <p:nvSpPr>
          <p:cNvPr id="51" name="agent-stage-number-3">
            <a:extLst xmlns:a="http://schemas.openxmlformats.org/drawingml/2006/main">
              <a:ext uri="{FF2B5EF4-FFF2-40B4-BE49-F238E27FC236}">
                <a16:creationId xmlns:a16="http://schemas.microsoft.com/office/drawing/2014/main" id="{6A5615A9-5091-407E-AB66-052822F1090E}"/>
              </a:ext>
            </a:extLst>
          </p:cNvPr>
          <p:cNvSpPr>
            <a:spLocks xmlns:a="http://schemas.openxmlformats.org/drawingml/2006/main" noGrp="1"/>
          </p:cNvSpPr>
          <p:nvPr/>
        </p:nvSpPr>
        <p:spPr>
          <a:xfrm xmlns:a="http://schemas.openxmlformats.org/drawingml/2006/main">
            <a:off x="3333750" y="4000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C7F52F"/>
                </a:solidFill>
                <a:latin typeface="Courier New"/>
                <a:ea typeface="Courier New"/>
                <a:cs typeface="Courier New"/>
              </a:defRPr>
            </a:pPr>
            <a:r>
              <a:rPr sz="975" b="1">
                <a:solidFill>
                  <a:srgbClr val="C7F52F"/>
                </a:solidFill>
                <a:latin typeface="Courier New"/>
                <a:ea typeface="Courier New"/>
                <a:cs typeface="Courier New"/>
              </a:rPr>
              <a:t>04</a:t>
            </a:r>
          </a:p>
        </p:txBody>
      </p:sp>
      <p:sp>
        <p:nvSpPr>
          <p:cNvPr id="52" name="agent-stage-label-3">
            <a:extLst xmlns:a="http://schemas.openxmlformats.org/drawingml/2006/main">
              <a:ext uri="{FF2B5EF4-FFF2-40B4-BE49-F238E27FC236}">
                <a16:creationId xmlns:a16="http://schemas.microsoft.com/office/drawing/2014/main" id="{6841B66B-5039-40E0-8F1A-B69D583955FF}"/>
              </a:ext>
            </a:extLst>
          </p:cNvPr>
          <p:cNvSpPr>
            <a:spLocks xmlns:a="http://schemas.openxmlformats.org/drawingml/2006/main" noGrp="1"/>
          </p:cNvSpPr>
          <p:nvPr/>
        </p:nvSpPr>
        <p:spPr>
          <a:xfrm xmlns:a="http://schemas.openxmlformats.org/drawingml/2006/main">
            <a:off x="3333750" y="4257675"/>
            <a:ext cx="876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D3D1C8"/>
                </a:solidFill>
                <a:latin typeface="Courier New"/>
                <a:ea typeface="Courier New"/>
                <a:cs typeface="Courier New"/>
              </a:defRPr>
            </a:pPr>
            <a:r>
              <a:rPr sz="975" b="0">
                <a:solidFill>
                  <a:srgbClr val="D3D1C8"/>
                </a:solidFill>
                <a:latin typeface="Courier New"/>
                <a:ea typeface="Courier New"/>
                <a:cs typeface="Courier New"/>
              </a:rPr>
              <a:t>REVIEW</a:t>
            </a:r>
          </a:p>
        </p:txBody>
      </p:sp>
      <p:sp>
        <p:nvSpPr>
          <p:cNvPr id="53" name="receipt-frame">
            <a:extLst xmlns:a="http://schemas.openxmlformats.org/drawingml/2006/main">
              <a:ext uri="{FF2B5EF4-FFF2-40B4-BE49-F238E27FC236}">
                <a16:creationId xmlns:a16="http://schemas.microsoft.com/office/drawing/2014/main" id="{E9D0725E-1AF3-4C40-9EAB-948315AFEB89}"/>
              </a:ext>
            </a:extLst>
          </p:cNvPr>
          <p:cNvSpPr>
            <a:spLocks xmlns:a="http://schemas.openxmlformats.org/drawingml/2006/main" noGrp="1"/>
          </p:cNvSpPr>
          <p:nvPr/>
        </p:nvSpPr>
        <p:spPr>
          <a:xfrm xmlns:a="http://schemas.openxmlformats.org/drawingml/2006/main">
            <a:off x="4762500" y="2266950"/>
            <a:ext cx="7048500" cy="3105150"/>
          </a:xfrm>
          <a:prstGeom xmlns:a="http://schemas.openxmlformats.org/drawingml/2006/main" prst="rect">
            <a:avLst/>
          </a:prstGeom>
          <a:solidFill xmlns:a="http://schemas.openxmlformats.org/drawingml/2006/main">
            <a:srgbClr val="080A09"/>
          </a:solidFill>
          <a:ln xmlns:a="http://schemas.openxmlformats.org/drawingml/2006/main" w="14288">
            <a:solidFill>
              <a:srgbClr val="252A26"/>
            </a:solidFill>
            <a:prstDash val="solid"/>
          </a:ln>
        </p:spPr>
      </p:sp>
      <p:sp>
        <p:nvSpPr>
          <p:cNvPr id="54" name="receipt-label">
            <a:extLst xmlns:a="http://schemas.openxmlformats.org/drawingml/2006/main">
              <a:ext uri="{FF2B5EF4-FFF2-40B4-BE49-F238E27FC236}">
                <a16:creationId xmlns:a16="http://schemas.microsoft.com/office/drawing/2014/main" id="{EBCBB9D1-1CE3-4821-8920-FA3B5C3722DD}"/>
              </a:ext>
            </a:extLst>
          </p:cNvPr>
          <p:cNvSpPr>
            <a:spLocks xmlns:a="http://schemas.openxmlformats.org/drawingml/2006/main" noGrp="1"/>
          </p:cNvSpPr>
          <p:nvPr/>
        </p:nvSpPr>
        <p:spPr>
          <a:xfrm xmlns:a="http://schemas.openxmlformats.org/drawingml/2006/main">
            <a:off x="5010150" y="24574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C7F52F"/>
                </a:solidFill>
                <a:latin typeface="Courier New"/>
                <a:ea typeface="Courier New"/>
                <a:cs typeface="Courier New"/>
              </a:defRPr>
            </a:pPr>
            <a:r>
              <a:rPr sz="1200" b="1">
                <a:solidFill>
                  <a:srgbClr val="C7F52F"/>
                </a:solidFill>
                <a:latin typeface="Courier New"/>
                <a:ea typeface="Courier New"/>
                <a:cs typeface="Courier New"/>
              </a:rPr>
              <a:t>DECISION RECEIPT</a:t>
            </a:r>
          </a:p>
        </p:txBody>
      </p:sp>
      <p:sp>
        <p:nvSpPr>
          <p:cNvPr id="55" name="receipt-status">
            <a:extLst xmlns:a="http://schemas.openxmlformats.org/drawingml/2006/main">
              <a:ext uri="{FF2B5EF4-FFF2-40B4-BE49-F238E27FC236}">
                <a16:creationId xmlns:a16="http://schemas.microsoft.com/office/drawing/2014/main" id="{4D094E82-E0C1-42AD-9624-2FAE053EA973}"/>
              </a:ext>
            </a:extLst>
          </p:cNvPr>
          <p:cNvSpPr>
            <a:spLocks xmlns:a="http://schemas.openxmlformats.org/drawingml/2006/main" noGrp="1"/>
          </p:cNvSpPr>
          <p:nvPr/>
        </p:nvSpPr>
        <p:spPr>
          <a:xfrm xmlns:a="http://schemas.openxmlformats.org/drawingml/2006/main">
            <a:off x="9163050" y="2457450"/>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READY FOR REVIEW</a:t>
            </a:r>
          </a:p>
        </p:txBody>
      </p:sp>
      <p:sp>
        <p:nvSpPr>
          <p:cNvPr id="56" name="receipt-row-label-0">
            <a:extLst xmlns:a="http://schemas.openxmlformats.org/drawingml/2006/main">
              <a:ext uri="{FF2B5EF4-FFF2-40B4-BE49-F238E27FC236}">
                <a16:creationId xmlns:a16="http://schemas.microsoft.com/office/drawing/2014/main" id="{5FD73255-477A-4193-8A78-236ED7D1F57B}"/>
              </a:ext>
            </a:extLst>
          </p:cNvPr>
          <p:cNvSpPr>
            <a:spLocks xmlns:a="http://schemas.openxmlformats.org/drawingml/2006/main" noGrp="1"/>
          </p:cNvSpPr>
          <p:nvPr/>
        </p:nvSpPr>
        <p:spPr>
          <a:xfrm xmlns:a="http://schemas.openxmlformats.org/drawingml/2006/main">
            <a:off x="5010150" y="29146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858B84"/>
                </a:solidFill>
                <a:latin typeface="Courier New"/>
                <a:ea typeface="Courier New"/>
                <a:cs typeface="Courier New"/>
              </a:defRPr>
            </a:pPr>
            <a:r>
              <a:rPr sz="975" b="0">
                <a:solidFill>
                  <a:srgbClr val="858B84"/>
                </a:solidFill>
                <a:latin typeface="Courier New"/>
                <a:ea typeface="Courier New"/>
                <a:cs typeface="Courier New"/>
              </a:rPr>
              <a:t>CATALOG MATCH</a:t>
            </a:r>
          </a:p>
        </p:txBody>
      </p:sp>
      <p:sp>
        <p:nvSpPr>
          <p:cNvPr id="57" name="receipt-row-value-0">
            <a:extLst xmlns:a="http://schemas.openxmlformats.org/drawingml/2006/main">
              <a:ext uri="{FF2B5EF4-FFF2-40B4-BE49-F238E27FC236}">
                <a16:creationId xmlns:a16="http://schemas.microsoft.com/office/drawing/2014/main" id="{1A48FBF3-6A30-47B4-ADC8-DDF2A6F5318C}"/>
              </a:ext>
            </a:extLst>
          </p:cNvPr>
          <p:cNvSpPr>
            <a:spLocks xmlns:a="http://schemas.openxmlformats.org/drawingml/2006/main" noGrp="1"/>
          </p:cNvSpPr>
          <p:nvPr/>
        </p:nvSpPr>
        <p:spPr>
          <a:xfrm xmlns:a="http://schemas.openxmlformats.org/drawingml/2006/main">
            <a:off x="7315200" y="28765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1EFE5"/>
                </a:solidFill>
                <a:latin typeface="Courier New"/>
                <a:ea typeface="Courier New"/>
                <a:cs typeface="Courier New"/>
              </a:defRPr>
            </a:pPr>
            <a:r>
              <a:rPr sz="1500" b="1">
                <a:solidFill>
                  <a:srgbClr val="F1EFE5"/>
                </a:solidFill>
                <a:latin typeface="Courier New"/>
                <a:ea typeface="Courier New"/>
                <a:cs typeface="Courier New"/>
              </a:rPr>
              <a:t>SONY WH-1000XM6</a:t>
            </a:r>
          </a:p>
        </p:txBody>
      </p:sp>
      <p:sp>
        <p:nvSpPr>
          <p:cNvPr id="58" name="receipt-row-detail-0">
            <a:extLst xmlns:a="http://schemas.openxmlformats.org/drawingml/2006/main">
              <a:ext uri="{FF2B5EF4-FFF2-40B4-BE49-F238E27FC236}">
                <a16:creationId xmlns:a16="http://schemas.microsoft.com/office/drawing/2014/main" id="{BFD00BB8-17F8-433B-974D-9DEE68029E12}"/>
              </a:ext>
            </a:extLst>
          </p:cNvPr>
          <p:cNvSpPr>
            <a:spLocks xmlns:a="http://schemas.openxmlformats.org/drawingml/2006/main" noGrp="1"/>
          </p:cNvSpPr>
          <p:nvPr/>
        </p:nvSpPr>
        <p:spPr>
          <a:xfrm xmlns:a="http://schemas.openxmlformats.org/drawingml/2006/main">
            <a:off x="9925050" y="291465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seeded catalog</a:t>
            </a:r>
          </a:p>
        </p:txBody>
      </p:sp>
      <p:sp>
        <p:nvSpPr>
          <p:cNvPr id="59" name="receipt-row-rule-0">
            <a:extLst xmlns:a="http://schemas.openxmlformats.org/drawingml/2006/main">
              <a:ext uri="{FF2B5EF4-FFF2-40B4-BE49-F238E27FC236}">
                <a16:creationId xmlns:a16="http://schemas.microsoft.com/office/drawing/2014/main" id="{DB1196ED-E879-4089-9557-722B74DB1D87}"/>
              </a:ext>
            </a:extLst>
          </p:cNvPr>
          <p:cNvSpPr>
            <a:spLocks xmlns:a="http://schemas.openxmlformats.org/drawingml/2006/main" noGrp="1"/>
          </p:cNvSpPr>
          <p:nvPr/>
        </p:nvSpPr>
        <p:spPr>
          <a:xfrm xmlns:a="http://schemas.openxmlformats.org/drawingml/2006/main">
            <a:off x="5010150" y="3248025"/>
            <a:ext cx="65151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60" name="receipt-row-label-1">
            <a:extLst xmlns:a="http://schemas.openxmlformats.org/drawingml/2006/main">
              <a:ext uri="{FF2B5EF4-FFF2-40B4-BE49-F238E27FC236}">
                <a16:creationId xmlns:a16="http://schemas.microsoft.com/office/drawing/2014/main" id="{B088F7C8-4755-4F7B-A129-144F33636297}"/>
              </a:ext>
            </a:extLst>
          </p:cNvPr>
          <p:cNvSpPr>
            <a:spLocks xmlns:a="http://schemas.openxmlformats.org/drawingml/2006/main" noGrp="1"/>
          </p:cNvSpPr>
          <p:nvPr/>
        </p:nvSpPr>
        <p:spPr>
          <a:xfrm xmlns:a="http://schemas.openxmlformats.org/drawingml/2006/main">
            <a:off x="5010150" y="34671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858B84"/>
                </a:solidFill>
                <a:latin typeface="Courier New"/>
                <a:ea typeface="Courier New"/>
                <a:cs typeface="Courier New"/>
              </a:defRPr>
            </a:pPr>
            <a:r>
              <a:rPr sz="975" b="0">
                <a:solidFill>
                  <a:srgbClr val="858B84"/>
                </a:solidFill>
                <a:latin typeface="Courier New"/>
                <a:ea typeface="Courier New"/>
                <a:cs typeface="Courier New"/>
              </a:rPr>
              <a:t>PRIVATE MANDATE</a:t>
            </a:r>
          </a:p>
        </p:txBody>
      </p:sp>
      <p:sp>
        <p:nvSpPr>
          <p:cNvPr id="61" name="receipt-row-value-1">
            <a:extLst xmlns:a="http://schemas.openxmlformats.org/drawingml/2006/main">
              <a:ext uri="{FF2B5EF4-FFF2-40B4-BE49-F238E27FC236}">
                <a16:creationId xmlns:a16="http://schemas.microsoft.com/office/drawing/2014/main" id="{57FE977E-EB47-4551-A41B-67D33E909276}"/>
              </a:ext>
            </a:extLst>
          </p:cNvPr>
          <p:cNvSpPr>
            <a:spLocks xmlns:a="http://schemas.openxmlformats.org/drawingml/2006/main" noGrp="1"/>
          </p:cNvSpPr>
          <p:nvPr/>
        </p:nvSpPr>
        <p:spPr>
          <a:xfrm xmlns:a="http://schemas.openxmlformats.org/drawingml/2006/main">
            <a:off x="7315200" y="34290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1EFE5"/>
                </a:solidFill>
                <a:latin typeface="Courier New"/>
                <a:ea typeface="Courier New"/>
                <a:cs typeface="Courier New"/>
              </a:defRPr>
            </a:pPr>
            <a:r>
              <a:rPr sz="1500" b="1">
                <a:solidFill>
                  <a:srgbClr val="F1EFE5"/>
                </a:solidFill>
                <a:latin typeface="Courier New"/>
                <a:ea typeface="Courier New"/>
                <a:cs typeface="Courier New"/>
              </a:rPr>
              <a:t>1 UNIT · $400 MAX</a:t>
            </a:r>
          </a:p>
        </p:txBody>
      </p:sp>
      <p:sp>
        <p:nvSpPr>
          <p:cNvPr id="62" name="receipt-row-detail-1">
            <a:extLst xmlns:a="http://schemas.openxmlformats.org/drawingml/2006/main">
              <a:ext uri="{FF2B5EF4-FFF2-40B4-BE49-F238E27FC236}">
                <a16:creationId xmlns:a16="http://schemas.microsoft.com/office/drawing/2014/main" id="{19D32FD1-AD11-48BA-93AD-9178FD04C0F7}"/>
              </a:ext>
            </a:extLst>
          </p:cNvPr>
          <p:cNvSpPr>
            <a:spLocks xmlns:a="http://schemas.openxmlformats.org/drawingml/2006/main" noGrp="1"/>
          </p:cNvSpPr>
          <p:nvPr/>
        </p:nvSpPr>
        <p:spPr>
          <a:xfrm xmlns:a="http://schemas.openxmlformats.org/drawingml/2006/main">
            <a:off x="9925050" y="34671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30-day patience</a:t>
            </a:r>
          </a:p>
        </p:txBody>
      </p:sp>
      <p:sp>
        <p:nvSpPr>
          <p:cNvPr id="63" name="receipt-row-rule-1">
            <a:extLst xmlns:a="http://schemas.openxmlformats.org/drawingml/2006/main">
              <a:ext uri="{FF2B5EF4-FFF2-40B4-BE49-F238E27FC236}">
                <a16:creationId xmlns:a16="http://schemas.microsoft.com/office/drawing/2014/main" id="{F212DC08-5FAB-4E20-B564-48BDE646FC0D}"/>
              </a:ext>
            </a:extLst>
          </p:cNvPr>
          <p:cNvSpPr>
            <a:spLocks xmlns:a="http://schemas.openxmlformats.org/drawingml/2006/main" noGrp="1"/>
          </p:cNvSpPr>
          <p:nvPr/>
        </p:nvSpPr>
        <p:spPr>
          <a:xfrm xmlns:a="http://schemas.openxmlformats.org/drawingml/2006/main">
            <a:off x="5010150" y="3800475"/>
            <a:ext cx="65151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64" name="receipt-row-label-2">
            <a:extLst xmlns:a="http://schemas.openxmlformats.org/drawingml/2006/main">
              <a:ext uri="{FF2B5EF4-FFF2-40B4-BE49-F238E27FC236}">
                <a16:creationId xmlns:a16="http://schemas.microsoft.com/office/drawing/2014/main" id="{F7B83B63-9C93-475D-A532-9EE3C56BAF8F}"/>
              </a:ext>
            </a:extLst>
          </p:cNvPr>
          <p:cNvSpPr>
            <a:spLocks xmlns:a="http://schemas.openxmlformats.org/drawingml/2006/main" noGrp="1"/>
          </p:cNvSpPr>
          <p:nvPr/>
        </p:nvSpPr>
        <p:spPr>
          <a:xfrm xmlns:a="http://schemas.openxmlformats.org/drawingml/2006/main">
            <a:off x="5010150" y="40195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858B84"/>
                </a:solidFill>
                <a:latin typeface="Courier New"/>
                <a:ea typeface="Courier New"/>
                <a:cs typeface="Courier New"/>
              </a:defRPr>
            </a:pPr>
            <a:r>
              <a:rPr sz="975" b="0">
                <a:solidFill>
                  <a:srgbClr val="858B84"/>
                </a:solidFill>
                <a:latin typeface="Courier New"/>
                <a:ea typeface="Courier New"/>
                <a:cs typeface="Courier New"/>
              </a:rPr>
              <a:t>MANDATE CHECKS</a:t>
            </a:r>
          </a:p>
        </p:txBody>
      </p:sp>
      <p:sp>
        <p:nvSpPr>
          <p:cNvPr id="65" name="receipt-row-value-2">
            <a:extLst xmlns:a="http://schemas.openxmlformats.org/drawingml/2006/main">
              <a:ext uri="{FF2B5EF4-FFF2-40B4-BE49-F238E27FC236}">
                <a16:creationId xmlns:a16="http://schemas.microsoft.com/office/drawing/2014/main" id="{F6D10337-E6F7-478D-813F-C814F32FBC05}"/>
              </a:ext>
            </a:extLst>
          </p:cNvPr>
          <p:cNvSpPr>
            <a:spLocks xmlns:a="http://schemas.openxmlformats.org/drawingml/2006/main" noGrp="1"/>
          </p:cNvSpPr>
          <p:nvPr/>
        </p:nvSpPr>
        <p:spPr>
          <a:xfrm xmlns:a="http://schemas.openxmlformats.org/drawingml/2006/main">
            <a:off x="7315200" y="39814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C7F52F"/>
                </a:solidFill>
                <a:latin typeface="Courier New"/>
                <a:ea typeface="Courier New"/>
                <a:cs typeface="Courier New"/>
              </a:defRPr>
            </a:pPr>
            <a:r>
              <a:rPr sz="1500" b="1">
                <a:solidFill>
                  <a:srgbClr val="C7F52F"/>
                </a:solidFill>
                <a:latin typeface="Courier New"/>
                <a:ea typeface="Courier New"/>
                <a:cs typeface="Courier New"/>
              </a:rPr>
              <a:t>PASSED</a:t>
            </a:r>
          </a:p>
        </p:txBody>
      </p:sp>
      <p:sp>
        <p:nvSpPr>
          <p:cNvPr id="66" name="receipt-row-detail-2">
            <a:extLst xmlns:a="http://schemas.openxmlformats.org/drawingml/2006/main">
              <a:ext uri="{FF2B5EF4-FFF2-40B4-BE49-F238E27FC236}">
                <a16:creationId xmlns:a16="http://schemas.microsoft.com/office/drawing/2014/main" id="{3482C752-E719-4108-9FFF-4378E90CC4C1}"/>
              </a:ext>
            </a:extLst>
          </p:cNvPr>
          <p:cNvSpPr>
            <a:spLocks xmlns:a="http://schemas.openxmlformats.org/drawingml/2006/main" noGrp="1"/>
          </p:cNvSpPr>
          <p:nvPr/>
        </p:nvSpPr>
        <p:spPr>
          <a:xfrm xmlns:a="http://schemas.openxmlformats.org/drawingml/2006/main">
            <a:off x="9925050" y="401955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deterministic policy</a:t>
            </a:r>
          </a:p>
        </p:txBody>
      </p:sp>
      <p:sp>
        <p:nvSpPr>
          <p:cNvPr id="67" name="receipt-row-rule-2">
            <a:extLst xmlns:a="http://schemas.openxmlformats.org/drawingml/2006/main">
              <a:ext uri="{FF2B5EF4-FFF2-40B4-BE49-F238E27FC236}">
                <a16:creationId xmlns:a16="http://schemas.microsoft.com/office/drawing/2014/main" id="{20A79BDE-C219-4BC4-8AF7-A194E223ED31}"/>
              </a:ext>
            </a:extLst>
          </p:cNvPr>
          <p:cNvSpPr>
            <a:spLocks xmlns:a="http://schemas.openxmlformats.org/drawingml/2006/main" noGrp="1"/>
          </p:cNvSpPr>
          <p:nvPr/>
        </p:nvSpPr>
        <p:spPr>
          <a:xfrm xmlns:a="http://schemas.openxmlformats.org/drawingml/2006/main">
            <a:off x="5010150" y="4352925"/>
            <a:ext cx="65151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68" name="receipt-row-label-3">
            <a:extLst xmlns:a="http://schemas.openxmlformats.org/drawingml/2006/main">
              <a:ext uri="{FF2B5EF4-FFF2-40B4-BE49-F238E27FC236}">
                <a16:creationId xmlns:a16="http://schemas.microsoft.com/office/drawing/2014/main" id="{75659E55-5E42-4AA0-8550-E2A345724D18}"/>
              </a:ext>
            </a:extLst>
          </p:cNvPr>
          <p:cNvSpPr>
            <a:spLocks xmlns:a="http://schemas.openxmlformats.org/drawingml/2006/main" noGrp="1"/>
          </p:cNvSpPr>
          <p:nvPr/>
        </p:nvSpPr>
        <p:spPr>
          <a:xfrm xmlns:a="http://schemas.openxmlformats.org/drawingml/2006/main">
            <a:off x="5010150" y="457200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0">
                <a:solidFill>
                  <a:srgbClr val="858B84"/>
                </a:solidFill>
                <a:latin typeface="Courier New"/>
                <a:ea typeface="Courier New"/>
                <a:cs typeface="Courier New"/>
              </a:defRPr>
            </a:pPr>
            <a:r>
              <a:rPr sz="975" b="0">
                <a:solidFill>
                  <a:srgbClr val="858B84"/>
                </a:solidFill>
                <a:latin typeface="Courier New"/>
                <a:ea typeface="Courier New"/>
                <a:cs typeface="Courier New"/>
              </a:rPr>
              <a:t>MSRP IF JOINED LATER</a:t>
            </a:r>
          </a:p>
        </p:txBody>
      </p:sp>
      <p:sp>
        <p:nvSpPr>
          <p:cNvPr id="69" name="receipt-row-value-3">
            <a:extLst xmlns:a="http://schemas.openxmlformats.org/drawingml/2006/main">
              <a:ext uri="{FF2B5EF4-FFF2-40B4-BE49-F238E27FC236}">
                <a16:creationId xmlns:a16="http://schemas.microsoft.com/office/drawing/2014/main" id="{A3617AF8-BF31-4934-B084-8A892DA2F25F}"/>
              </a:ext>
            </a:extLst>
          </p:cNvPr>
          <p:cNvSpPr>
            <a:spLocks xmlns:a="http://schemas.openxmlformats.org/drawingml/2006/main" noGrp="1"/>
          </p:cNvSpPr>
          <p:nvPr/>
        </p:nvSpPr>
        <p:spPr>
          <a:xfrm xmlns:a="http://schemas.openxmlformats.org/drawingml/2006/main">
            <a:off x="7315200" y="45339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1EFE5"/>
                </a:solidFill>
                <a:latin typeface="Courier New"/>
                <a:ea typeface="Courier New"/>
                <a:cs typeface="Courier New"/>
              </a:defRPr>
            </a:pPr>
            <a:r>
              <a:rPr sz="1500" b="1">
                <a:solidFill>
                  <a:srgbClr val="F1EFE5"/>
                </a:solidFill>
                <a:latin typeface="Courier New"/>
                <a:ea typeface="Courier New"/>
                <a:cs typeface="Courier New"/>
              </a:rPr>
              <a:t>$449.99</a:t>
            </a:r>
          </a:p>
        </p:txBody>
      </p:sp>
      <p:sp>
        <p:nvSpPr>
          <p:cNvPr id="70" name="receipt-row-detail-3">
            <a:extLst xmlns:a="http://schemas.openxmlformats.org/drawingml/2006/main">
              <a:ext uri="{FF2B5EF4-FFF2-40B4-BE49-F238E27FC236}">
                <a16:creationId xmlns:a16="http://schemas.microsoft.com/office/drawing/2014/main" id="{B35E51CD-AFF8-41F2-9301-9F0F91559B36}"/>
              </a:ext>
            </a:extLst>
          </p:cNvPr>
          <p:cNvSpPr>
            <a:spLocks xmlns:a="http://schemas.openxmlformats.org/drawingml/2006/main" noGrp="1"/>
          </p:cNvSpPr>
          <p:nvPr/>
        </p:nvSpPr>
        <p:spPr>
          <a:xfrm xmlns:a="http://schemas.openxmlformats.org/drawingml/2006/main">
            <a:off x="9925050" y="45720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not requested now</a:t>
            </a:r>
          </a:p>
        </p:txBody>
      </p:sp>
      <p:sp>
        <p:nvSpPr>
          <p:cNvPr id="71" name="receipt-row-rule-3">
            <a:extLst xmlns:a="http://schemas.openxmlformats.org/drawingml/2006/main">
              <a:ext uri="{FF2B5EF4-FFF2-40B4-BE49-F238E27FC236}">
                <a16:creationId xmlns:a16="http://schemas.microsoft.com/office/drawing/2014/main" id="{F46941BA-3A74-4A7B-AF1F-8C9BAF3F3B6B}"/>
              </a:ext>
            </a:extLst>
          </p:cNvPr>
          <p:cNvSpPr>
            <a:spLocks xmlns:a="http://schemas.openxmlformats.org/drawingml/2006/main" noGrp="1"/>
          </p:cNvSpPr>
          <p:nvPr/>
        </p:nvSpPr>
        <p:spPr>
          <a:xfrm xmlns:a="http://schemas.openxmlformats.org/drawingml/2006/main">
            <a:off x="5010150" y="4905375"/>
            <a:ext cx="65151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72" name="agent-boundary-bg">
            <a:extLst xmlns:a="http://schemas.openxmlformats.org/drawingml/2006/main">
              <a:ext uri="{FF2B5EF4-FFF2-40B4-BE49-F238E27FC236}">
                <a16:creationId xmlns:a16="http://schemas.microsoft.com/office/drawing/2014/main" id="{C79138B8-C823-4C9C-9948-F3E3C1C06F32}"/>
              </a:ext>
            </a:extLst>
          </p:cNvPr>
          <p:cNvSpPr>
            <a:spLocks xmlns:a="http://schemas.openxmlformats.org/drawingml/2006/main" noGrp="1"/>
          </p:cNvSpPr>
          <p:nvPr/>
        </p:nvSpPr>
        <p:spPr>
          <a:xfrm xmlns:a="http://schemas.openxmlformats.org/drawingml/2006/main">
            <a:off x="419100" y="5600700"/>
            <a:ext cx="11391900" cy="400050"/>
          </a:xfrm>
          <a:prstGeom xmlns:a="http://schemas.openxmlformats.org/drawingml/2006/main" prst="rect">
            <a:avLst/>
          </a:prstGeom>
          <a:solidFill xmlns:a="http://schemas.openxmlformats.org/drawingml/2006/main">
            <a:srgbClr val="2A101A"/>
          </a:solidFill>
          <a:ln xmlns:a="http://schemas.openxmlformats.org/drawingml/2006/main" w="11430">
            <a:solidFill>
              <a:srgbClr val="FF2B79"/>
            </a:solidFill>
            <a:prstDash val="solid"/>
          </a:ln>
        </p:spPr>
      </p:sp>
      <p:sp>
        <p:nvSpPr>
          <p:cNvPr id="73" name="agent-save-boundary">
            <a:extLst xmlns:a="http://schemas.openxmlformats.org/drawingml/2006/main">
              <a:ext uri="{FF2B5EF4-FFF2-40B4-BE49-F238E27FC236}">
                <a16:creationId xmlns:a16="http://schemas.microsoft.com/office/drawing/2014/main" id="{1850CAC9-F220-4A86-BBAA-A85B09BF2D5F}"/>
              </a:ext>
            </a:extLst>
          </p:cNvPr>
          <p:cNvSpPr>
            <a:spLocks xmlns:a="http://schemas.openxmlformats.org/drawingml/2006/main" noGrp="1"/>
          </p:cNvSpPr>
          <p:nvPr/>
        </p:nvSpPr>
        <p:spPr>
          <a:xfrm xmlns:a="http://schemas.openxmlformats.org/drawingml/2006/main">
            <a:off x="590550" y="5705475"/>
            <a:ext cx="485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D3D1C8"/>
                </a:solidFill>
                <a:latin typeface="Courier New"/>
                <a:ea typeface="Courier New"/>
                <a:cs typeface="Courier New"/>
              </a:defRPr>
            </a:pPr>
            <a:r>
              <a:rPr sz="1050" b="1">
                <a:solidFill>
                  <a:srgbClr val="D3D1C8"/>
                </a:solidFill>
                <a:latin typeface="Courier New"/>
                <a:ea typeface="Courier New"/>
                <a:cs typeface="Courier New"/>
              </a:rPr>
              <a:t>ONLY EXPLICIT SAVE CREATES LOCAL INTENT</a:t>
            </a:r>
          </a:p>
        </p:txBody>
      </p:sp>
      <p:sp>
        <p:nvSpPr>
          <p:cNvPr id="74" name="agent-money-boundary">
            <a:extLst xmlns:a="http://schemas.openxmlformats.org/drawingml/2006/main">
              <a:ext uri="{FF2B5EF4-FFF2-40B4-BE49-F238E27FC236}">
                <a16:creationId xmlns:a16="http://schemas.microsoft.com/office/drawing/2014/main" id="{2B189961-F5F5-467F-AEDB-C5571B2AD993}"/>
              </a:ext>
            </a:extLst>
          </p:cNvPr>
          <p:cNvSpPr>
            <a:spLocks xmlns:a="http://schemas.openxmlformats.org/drawingml/2006/main" noGrp="1"/>
          </p:cNvSpPr>
          <p:nvPr/>
        </p:nvSpPr>
        <p:spPr>
          <a:xfrm xmlns:a="http://schemas.openxmlformats.org/drawingml/2006/main">
            <a:off x="5638800" y="5705475"/>
            <a:ext cx="594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1">
                <a:solidFill>
                  <a:srgbClr val="FF2B79"/>
                </a:solidFill>
                <a:latin typeface="Courier New"/>
                <a:ea typeface="Courier New"/>
                <a:cs typeface="Courier New"/>
              </a:defRPr>
            </a:pPr>
            <a:r>
              <a:rPr sz="1125" b="1">
                <a:solidFill>
                  <a:srgbClr val="FF2B79"/>
                </a:solidFill>
                <a:latin typeface="Courier New"/>
                <a:ea typeface="Courier New"/>
                <a:cs typeface="Courier New"/>
              </a:rPr>
              <a:t>FINANCIAL AUTHORIZATION: NOT REQUESTED · $0 MOVED</a:t>
            </a:r>
          </a:p>
        </p:txBody>
      </p:sp>
    </p:spTree>
    <p:extLst>
      <p:ext uri="{BB962C8B-B14F-4D97-AF65-F5344CB8AC3E}">
        <p14:creationId xmlns:p14="http://schemas.microsoft.com/office/powerpoint/2010/main" val="975093133"/>
      </p:ext>
    </p:extLst>
  </p:cSld>
</p:sld>
</file>

<file path=ppt/slides/slide3.xml><?xml version="1.0" encoding="utf-8"?>
<p:sld xmlns:p="http://schemas.openxmlformats.org/presentationml/2006/main">
  <p:cSld>
    <p:bg>
      <p:bgPr>
        <a:solidFill xmlns:a="http://schemas.openxmlformats.org/drawingml/2006/main">
          <a:srgbClr val="080A09"/>
        </a:solidFill>
      </p:bgPr>
    </p:bg>
    <p:spTree>
      <p:nvGrpSpPr>
        <p:cNvPr id="1" name=""/>
        <p:cNvGrpSpPr/>
        <p:nvPr/>
      </p:nvGrpSpPr>
      <p:grpSpPr>
        <a:xfrm xmlns:a="http://schemas.openxmlformats.org/drawingml/2006/main"/>
      </p:grpSpPr>
      <p:sp>
        <p:nvSpPr>
          <p:cNvPr id="71" name="grid-v-40">
            <a:extLst xmlns:a="http://schemas.openxmlformats.org/drawingml/2006/main">
              <a:ext uri="{FF2B5EF4-FFF2-40B4-BE49-F238E27FC236}">
                <a16:creationId xmlns:a16="http://schemas.microsoft.com/office/drawing/2014/main" id="{72AAB050-7AD4-45EA-9E7D-5E99BF8A3A1F}"/>
              </a:ext>
            </a:extLst>
          </p:cNvPr>
          <p:cNvSpPr>
            <a:spLocks xmlns:a="http://schemas.openxmlformats.org/drawingml/2006/main" noGrp="1"/>
          </p:cNvSpPr>
          <p:nvPr/>
        </p:nvSpPr>
        <p:spPr>
          <a:xfrm xmlns:a="http://schemas.openxmlformats.org/drawingml/2006/main">
            <a:off x="381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 name="grid-v-104">
            <a:extLst xmlns:a="http://schemas.openxmlformats.org/drawingml/2006/main">
              <a:ext uri="{FF2B5EF4-FFF2-40B4-BE49-F238E27FC236}">
                <a16:creationId xmlns:a16="http://schemas.microsoft.com/office/drawing/2014/main" id="{E7BE7BA6-22AE-43B7-BF3D-4FF89270F682}"/>
              </a:ext>
            </a:extLst>
          </p:cNvPr>
          <p:cNvSpPr>
            <a:spLocks xmlns:a="http://schemas.openxmlformats.org/drawingml/2006/main" noGrp="1"/>
          </p:cNvSpPr>
          <p:nvPr/>
        </p:nvSpPr>
        <p:spPr>
          <a:xfrm xmlns:a="http://schemas.openxmlformats.org/drawingml/2006/main">
            <a:off x="990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3" name="grid-v-168">
            <a:extLst xmlns:a="http://schemas.openxmlformats.org/drawingml/2006/main">
              <a:ext uri="{FF2B5EF4-FFF2-40B4-BE49-F238E27FC236}">
                <a16:creationId xmlns:a16="http://schemas.microsoft.com/office/drawing/2014/main" id="{6F96BC4E-2D20-4708-819B-7944CF8D5D73}"/>
              </a:ext>
            </a:extLst>
          </p:cNvPr>
          <p:cNvSpPr>
            <a:spLocks xmlns:a="http://schemas.openxmlformats.org/drawingml/2006/main" noGrp="1"/>
          </p:cNvSpPr>
          <p:nvPr/>
        </p:nvSpPr>
        <p:spPr>
          <a:xfrm xmlns:a="http://schemas.openxmlformats.org/drawingml/2006/main">
            <a:off x="1600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4" name="grid-v-232">
            <a:extLst xmlns:a="http://schemas.openxmlformats.org/drawingml/2006/main">
              <a:ext uri="{FF2B5EF4-FFF2-40B4-BE49-F238E27FC236}">
                <a16:creationId xmlns:a16="http://schemas.microsoft.com/office/drawing/2014/main" id="{C81C7242-DAD4-4926-AA15-433BC17274EB}"/>
              </a:ext>
            </a:extLst>
          </p:cNvPr>
          <p:cNvSpPr>
            <a:spLocks xmlns:a="http://schemas.openxmlformats.org/drawingml/2006/main" noGrp="1"/>
          </p:cNvSpPr>
          <p:nvPr/>
        </p:nvSpPr>
        <p:spPr>
          <a:xfrm xmlns:a="http://schemas.openxmlformats.org/drawingml/2006/main">
            <a:off x="2209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5" name="grid-v-296">
            <a:extLst xmlns:a="http://schemas.openxmlformats.org/drawingml/2006/main">
              <a:ext uri="{FF2B5EF4-FFF2-40B4-BE49-F238E27FC236}">
                <a16:creationId xmlns:a16="http://schemas.microsoft.com/office/drawing/2014/main" id="{8731D2EF-FF7B-496C-80F3-B19343DBDED4}"/>
              </a:ext>
            </a:extLst>
          </p:cNvPr>
          <p:cNvSpPr>
            <a:spLocks xmlns:a="http://schemas.openxmlformats.org/drawingml/2006/main" noGrp="1"/>
          </p:cNvSpPr>
          <p:nvPr/>
        </p:nvSpPr>
        <p:spPr>
          <a:xfrm xmlns:a="http://schemas.openxmlformats.org/drawingml/2006/main">
            <a:off x="2819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6" name="grid-v-360">
            <a:extLst xmlns:a="http://schemas.openxmlformats.org/drawingml/2006/main">
              <a:ext uri="{FF2B5EF4-FFF2-40B4-BE49-F238E27FC236}">
                <a16:creationId xmlns:a16="http://schemas.microsoft.com/office/drawing/2014/main" id="{68BD297F-B095-4627-B078-45361C4DDB0F}"/>
              </a:ext>
            </a:extLst>
          </p:cNvPr>
          <p:cNvSpPr>
            <a:spLocks xmlns:a="http://schemas.openxmlformats.org/drawingml/2006/main" noGrp="1"/>
          </p:cNvSpPr>
          <p:nvPr/>
        </p:nvSpPr>
        <p:spPr>
          <a:xfrm xmlns:a="http://schemas.openxmlformats.org/drawingml/2006/main">
            <a:off x="3429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7" name="grid-v-424">
            <a:extLst xmlns:a="http://schemas.openxmlformats.org/drawingml/2006/main">
              <a:ext uri="{FF2B5EF4-FFF2-40B4-BE49-F238E27FC236}">
                <a16:creationId xmlns:a16="http://schemas.microsoft.com/office/drawing/2014/main" id="{735382BA-84D9-4732-88D6-EECF191A0E81}"/>
              </a:ext>
            </a:extLst>
          </p:cNvPr>
          <p:cNvSpPr>
            <a:spLocks xmlns:a="http://schemas.openxmlformats.org/drawingml/2006/main" noGrp="1"/>
          </p:cNvSpPr>
          <p:nvPr/>
        </p:nvSpPr>
        <p:spPr>
          <a:xfrm xmlns:a="http://schemas.openxmlformats.org/drawingml/2006/main">
            <a:off x="4038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8" name="grid-v-488">
            <a:extLst xmlns:a="http://schemas.openxmlformats.org/drawingml/2006/main">
              <a:ext uri="{FF2B5EF4-FFF2-40B4-BE49-F238E27FC236}">
                <a16:creationId xmlns:a16="http://schemas.microsoft.com/office/drawing/2014/main" id="{11659215-46AF-416A-88C8-F06016C1C5E2}"/>
              </a:ext>
            </a:extLst>
          </p:cNvPr>
          <p:cNvSpPr>
            <a:spLocks xmlns:a="http://schemas.openxmlformats.org/drawingml/2006/main" noGrp="1"/>
          </p:cNvSpPr>
          <p:nvPr/>
        </p:nvSpPr>
        <p:spPr>
          <a:xfrm xmlns:a="http://schemas.openxmlformats.org/drawingml/2006/main">
            <a:off x="4648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9" name="grid-v-552">
            <a:extLst xmlns:a="http://schemas.openxmlformats.org/drawingml/2006/main">
              <a:ext uri="{FF2B5EF4-FFF2-40B4-BE49-F238E27FC236}">
                <a16:creationId xmlns:a16="http://schemas.microsoft.com/office/drawing/2014/main" id="{90B4FCD1-26C2-41E3-809C-17DE9F9D8BEF}"/>
              </a:ext>
            </a:extLst>
          </p:cNvPr>
          <p:cNvSpPr>
            <a:spLocks xmlns:a="http://schemas.openxmlformats.org/drawingml/2006/main" noGrp="1"/>
          </p:cNvSpPr>
          <p:nvPr/>
        </p:nvSpPr>
        <p:spPr>
          <a:xfrm xmlns:a="http://schemas.openxmlformats.org/drawingml/2006/main">
            <a:off x="5257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0" name="grid-v-616">
            <a:extLst xmlns:a="http://schemas.openxmlformats.org/drawingml/2006/main">
              <a:ext uri="{FF2B5EF4-FFF2-40B4-BE49-F238E27FC236}">
                <a16:creationId xmlns:a16="http://schemas.microsoft.com/office/drawing/2014/main" id="{14E07066-6A48-47A5-BC6E-302C6FA81EE5}"/>
              </a:ext>
            </a:extLst>
          </p:cNvPr>
          <p:cNvSpPr>
            <a:spLocks xmlns:a="http://schemas.openxmlformats.org/drawingml/2006/main" noGrp="1"/>
          </p:cNvSpPr>
          <p:nvPr/>
        </p:nvSpPr>
        <p:spPr>
          <a:xfrm xmlns:a="http://schemas.openxmlformats.org/drawingml/2006/main">
            <a:off x="5867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1" name="grid-v-680">
            <a:extLst xmlns:a="http://schemas.openxmlformats.org/drawingml/2006/main">
              <a:ext uri="{FF2B5EF4-FFF2-40B4-BE49-F238E27FC236}">
                <a16:creationId xmlns:a16="http://schemas.microsoft.com/office/drawing/2014/main" id="{3FF4D2DC-CFBF-4867-9FD3-9D512B47374C}"/>
              </a:ext>
            </a:extLst>
          </p:cNvPr>
          <p:cNvSpPr>
            <a:spLocks xmlns:a="http://schemas.openxmlformats.org/drawingml/2006/main" noGrp="1"/>
          </p:cNvSpPr>
          <p:nvPr/>
        </p:nvSpPr>
        <p:spPr>
          <a:xfrm xmlns:a="http://schemas.openxmlformats.org/drawingml/2006/main">
            <a:off x="6477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2" name="grid-v-744">
            <a:extLst xmlns:a="http://schemas.openxmlformats.org/drawingml/2006/main">
              <a:ext uri="{FF2B5EF4-FFF2-40B4-BE49-F238E27FC236}">
                <a16:creationId xmlns:a16="http://schemas.microsoft.com/office/drawing/2014/main" id="{EC724B02-80F0-4672-A106-1C4E563BDD6F}"/>
              </a:ext>
            </a:extLst>
          </p:cNvPr>
          <p:cNvSpPr>
            <a:spLocks xmlns:a="http://schemas.openxmlformats.org/drawingml/2006/main" noGrp="1"/>
          </p:cNvSpPr>
          <p:nvPr/>
        </p:nvSpPr>
        <p:spPr>
          <a:xfrm xmlns:a="http://schemas.openxmlformats.org/drawingml/2006/main">
            <a:off x="7086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3" name="grid-v-808">
            <a:extLst xmlns:a="http://schemas.openxmlformats.org/drawingml/2006/main">
              <a:ext uri="{FF2B5EF4-FFF2-40B4-BE49-F238E27FC236}">
                <a16:creationId xmlns:a16="http://schemas.microsoft.com/office/drawing/2014/main" id="{45AB6282-352A-4973-A9AF-5B0CF8DFA1B5}"/>
              </a:ext>
            </a:extLst>
          </p:cNvPr>
          <p:cNvSpPr>
            <a:spLocks xmlns:a="http://schemas.openxmlformats.org/drawingml/2006/main" noGrp="1"/>
          </p:cNvSpPr>
          <p:nvPr/>
        </p:nvSpPr>
        <p:spPr>
          <a:xfrm xmlns:a="http://schemas.openxmlformats.org/drawingml/2006/main">
            <a:off x="7696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4" name="grid-v-872">
            <a:extLst xmlns:a="http://schemas.openxmlformats.org/drawingml/2006/main">
              <a:ext uri="{FF2B5EF4-FFF2-40B4-BE49-F238E27FC236}">
                <a16:creationId xmlns:a16="http://schemas.microsoft.com/office/drawing/2014/main" id="{D7209665-1F09-4052-8EBD-79663673D02F}"/>
              </a:ext>
            </a:extLst>
          </p:cNvPr>
          <p:cNvSpPr>
            <a:spLocks xmlns:a="http://schemas.openxmlformats.org/drawingml/2006/main" noGrp="1"/>
          </p:cNvSpPr>
          <p:nvPr/>
        </p:nvSpPr>
        <p:spPr>
          <a:xfrm xmlns:a="http://schemas.openxmlformats.org/drawingml/2006/main">
            <a:off x="8305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5" name="grid-v-936">
            <a:extLst xmlns:a="http://schemas.openxmlformats.org/drawingml/2006/main">
              <a:ext uri="{FF2B5EF4-FFF2-40B4-BE49-F238E27FC236}">
                <a16:creationId xmlns:a16="http://schemas.microsoft.com/office/drawing/2014/main" id="{76FA5342-AC81-4167-AE62-256D76318D4C}"/>
              </a:ext>
            </a:extLst>
          </p:cNvPr>
          <p:cNvSpPr>
            <a:spLocks xmlns:a="http://schemas.openxmlformats.org/drawingml/2006/main" noGrp="1"/>
          </p:cNvSpPr>
          <p:nvPr/>
        </p:nvSpPr>
        <p:spPr>
          <a:xfrm xmlns:a="http://schemas.openxmlformats.org/drawingml/2006/main">
            <a:off x="8915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6" name="grid-v-1000">
            <a:extLst xmlns:a="http://schemas.openxmlformats.org/drawingml/2006/main">
              <a:ext uri="{FF2B5EF4-FFF2-40B4-BE49-F238E27FC236}">
                <a16:creationId xmlns:a16="http://schemas.microsoft.com/office/drawing/2014/main" id="{CB0B3221-8D7F-4561-986F-F08C6EEE203B}"/>
              </a:ext>
            </a:extLst>
          </p:cNvPr>
          <p:cNvSpPr>
            <a:spLocks xmlns:a="http://schemas.openxmlformats.org/drawingml/2006/main" noGrp="1"/>
          </p:cNvSpPr>
          <p:nvPr/>
        </p:nvSpPr>
        <p:spPr>
          <a:xfrm xmlns:a="http://schemas.openxmlformats.org/drawingml/2006/main">
            <a:off x="9525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7" name="grid-v-1064">
            <a:extLst xmlns:a="http://schemas.openxmlformats.org/drawingml/2006/main">
              <a:ext uri="{FF2B5EF4-FFF2-40B4-BE49-F238E27FC236}">
                <a16:creationId xmlns:a16="http://schemas.microsoft.com/office/drawing/2014/main" id="{70B30E28-5E9A-455B-80F8-032A9371A612}"/>
              </a:ext>
            </a:extLst>
          </p:cNvPr>
          <p:cNvSpPr>
            <a:spLocks xmlns:a="http://schemas.openxmlformats.org/drawingml/2006/main" noGrp="1"/>
          </p:cNvSpPr>
          <p:nvPr/>
        </p:nvSpPr>
        <p:spPr>
          <a:xfrm xmlns:a="http://schemas.openxmlformats.org/drawingml/2006/main">
            <a:off x="10134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8" name="grid-v-1128">
            <a:extLst xmlns:a="http://schemas.openxmlformats.org/drawingml/2006/main">
              <a:ext uri="{FF2B5EF4-FFF2-40B4-BE49-F238E27FC236}">
                <a16:creationId xmlns:a16="http://schemas.microsoft.com/office/drawing/2014/main" id="{16F5C029-B3E6-4AFA-8F54-E0B5B2A5C31F}"/>
              </a:ext>
            </a:extLst>
          </p:cNvPr>
          <p:cNvSpPr>
            <a:spLocks xmlns:a="http://schemas.openxmlformats.org/drawingml/2006/main" noGrp="1"/>
          </p:cNvSpPr>
          <p:nvPr/>
        </p:nvSpPr>
        <p:spPr>
          <a:xfrm xmlns:a="http://schemas.openxmlformats.org/drawingml/2006/main">
            <a:off x="10744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9" name="grid-v-1192">
            <a:extLst xmlns:a="http://schemas.openxmlformats.org/drawingml/2006/main">
              <a:ext uri="{FF2B5EF4-FFF2-40B4-BE49-F238E27FC236}">
                <a16:creationId xmlns:a16="http://schemas.microsoft.com/office/drawing/2014/main" id="{570980B8-DFBB-4D24-8CBC-0C6541DCC190}"/>
              </a:ext>
            </a:extLst>
          </p:cNvPr>
          <p:cNvSpPr>
            <a:spLocks xmlns:a="http://schemas.openxmlformats.org/drawingml/2006/main" noGrp="1"/>
          </p:cNvSpPr>
          <p:nvPr/>
        </p:nvSpPr>
        <p:spPr>
          <a:xfrm xmlns:a="http://schemas.openxmlformats.org/drawingml/2006/main">
            <a:off x="11353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0" name="grid-h-112">
            <a:extLst xmlns:a="http://schemas.openxmlformats.org/drawingml/2006/main">
              <a:ext uri="{FF2B5EF4-FFF2-40B4-BE49-F238E27FC236}">
                <a16:creationId xmlns:a16="http://schemas.microsoft.com/office/drawing/2014/main" id="{DEC319A8-37D4-4AC7-9CFE-1187D053C556}"/>
              </a:ext>
            </a:extLst>
          </p:cNvPr>
          <p:cNvSpPr>
            <a:spLocks xmlns:a="http://schemas.openxmlformats.org/drawingml/2006/main" noGrp="1"/>
          </p:cNvSpPr>
          <p:nvPr/>
        </p:nvSpPr>
        <p:spPr>
          <a:xfrm xmlns:a="http://schemas.openxmlformats.org/drawingml/2006/main">
            <a:off x="381000" y="1066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1" name="grid-h-176">
            <a:extLst xmlns:a="http://schemas.openxmlformats.org/drawingml/2006/main">
              <a:ext uri="{FF2B5EF4-FFF2-40B4-BE49-F238E27FC236}">
                <a16:creationId xmlns:a16="http://schemas.microsoft.com/office/drawing/2014/main" id="{CC384EEE-F5A8-44DF-91C5-4393868A532B}"/>
              </a:ext>
            </a:extLst>
          </p:cNvPr>
          <p:cNvSpPr>
            <a:spLocks xmlns:a="http://schemas.openxmlformats.org/drawingml/2006/main" noGrp="1"/>
          </p:cNvSpPr>
          <p:nvPr/>
        </p:nvSpPr>
        <p:spPr>
          <a:xfrm xmlns:a="http://schemas.openxmlformats.org/drawingml/2006/main">
            <a:off x="381000" y="1676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2" name="grid-h-240">
            <a:extLst xmlns:a="http://schemas.openxmlformats.org/drawingml/2006/main">
              <a:ext uri="{FF2B5EF4-FFF2-40B4-BE49-F238E27FC236}">
                <a16:creationId xmlns:a16="http://schemas.microsoft.com/office/drawing/2014/main" id="{94FC2AC1-CB3C-46F1-A965-DB94A1A2CE15}"/>
              </a:ext>
            </a:extLst>
          </p:cNvPr>
          <p:cNvSpPr>
            <a:spLocks xmlns:a="http://schemas.openxmlformats.org/drawingml/2006/main" noGrp="1"/>
          </p:cNvSpPr>
          <p:nvPr/>
        </p:nvSpPr>
        <p:spPr>
          <a:xfrm xmlns:a="http://schemas.openxmlformats.org/drawingml/2006/main">
            <a:off x="381000" y="2286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3" name="grid-h-304">
            <a:extLst xmlns:a="http://schemas.openxmlformats.org/drawingml/2006/main">
              <a:ext uri="{FF2B5EF4-FFF2-40B4-BE49-F238E27FC236}">
                <a16:creationId xmlns:a16="http://schemas.microsoft.com/office/drawing/2014/main" id="{12732F3A-C310-4F75-A5D9-0AE7C94B97EE}"/>
              </a:ext>
            </a:extLst>
          </p:cNvPr>
          <p:cNvSpPr>
            <a:spLocks xmlns:a="http://schemas.openxmlformats.org/drawingml/2006/main" noGrp="1"/>
          </p:cNvSpPr>
          <p:nvPr/>
        </p:nvSpPr>
        <p:spPr>
          <a:xfrm xmlns:a="http://schemas.openxmlformats.org/drawingml/2006/main">
            <a:off x="381000" y="2895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4" name="grid-h-368">
            <a:extLst xmlns:a="http://schemas.openxmlformats.org/drawingml/2006/main">
              <a:ext uri="{FF2B5EF4-FFF2-40B4-BE49-F238E27FC236}">
                <a16:creationId xmlns:a16="http://schemas.microsoft.com/office/drawing/2014/main" id="{C58FC476-DCEA-497A-A7E2-9B11B9C84561}"/>
              </a:ext>
            </a:extLst>
          </p:cNvPr>
          <p:cNvSpPr>
            <a:spLocks xmlns:a="http://schemas.openxmlformats.org/drawingml/2006/main" noGrp="1"/>
          </p:cNvSpPr>
          <p:nvPr/>
        </p:nvSpPr>
        <p:spPr>
          <a:xfrm xmlns:a="http://schemas.openxmlformats.org/drawingml/2006/main">
            <a:off x="381000" y="35052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5" name="grid-h-432">
            <a:extLst xmlns:a="http://schemas.openxmlformats.org/drawingml/2006/main">
              <a:ext uri="{FF2B5EF4-FFF2-40B4-BE49-F238E27FC236}">
                <a16:creationId xmlns:a16="http://schemas.microsoft.com/office/drawing/2014/main" id="{E22E7107-7971-4CD6-A33E-70999A7AE511}"/>
              </a:ext>
            </a:extLst>
          </p:cNvPr>
          <p:cNvSpPr>
            <a:spLocks xmlns:a="http://schemas.openxmlformats.org/drawingml/2006/main" noGrp="1"/>
          </p:cNvSpPr>
          <p:nvPr/>
        </p:nvSpPr>
        <p:spPr>
          <a:xfrm xmlns:a="http://schemas.openxmlformats.org/drawingml/2006/main">
            <a:off x="381000" y="4114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6" name="grid-h-496">
            <a:extLst xmlns:a="http://schemas.openxmlformats.org/drawingml/2006/main">
              <a:ext uri="{FF2B5EF4-FFF2-40B4-BE49-F238E27FC236}">
                <a16:creationId xmlns:a16="http://schemas.microsoft.com/office/drawing/2014/main" id="{DAB2D1F9-243F-430E-A684-C598BB9048A5}"/>
              </a:ext>
            </a:extLst>
          </p:cNvPr>
          <p:cNvSpPr>
            <a:spLocks xmlns:a="http://schemas.openxmlformats.org/drawingml/2006/main" noGrp="1"/>
          </p:cNvSpPr>
          <p:nvPr/>
        </p:nvSpPr>
        <p:spPr>
          <a:xfrm xmlns:a="http://schemas.openxmlformats.org/drawingml/2006/main">
            <a:off x="381000" y="4724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7" name="grid-h-560">
            <a:extLst xmlns:a="http://schemas.openxmlformats.org/drawingml/2006/main">
              <a:ext uri="{FF2B5EF4-FFF2-40B4-BE49-F238E27FC236}">
                <a16:creationId xmlns:a16="http://schemas.microsoft.com/office/drawing/2014/main" id="{E682DC54-9E29-43B2-B8D3-13F7A160192A}"/>
              </a:ext>
            </a:extLst>
          </p:cNvPr>
          <p:cNvSpPr>
            <a:spLocks xmlns:a="http://schemas.openxmlformats.org/drawingml/2006/main" noGrp="1"/>
          </p:cNvSpPr>
          <p:nvPr/>
        </p:nvSpPr>
        <p:spPr>
          <a:xfrm xmlns:a="http://schemas.openxmlformats.org/drawingml/2006/main">
            <a:off x="381000" y="5334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8" name="grid-h-624">
            <a:extLst xmlns:a="http://schemas.openxmlformats.org/drawingml/2006/main">
              <a:ext uri="{FF2B5EF4-FFF2-40B4-BE49-F238E27FC236}">
                <a16:creationId xmlns:a16="http://schemas.microsoft.com/office/drawing/2014/main" id="{5F871D2A-92C5-4699-B99B-B94E70916A48}"/>
              </a:ext>
            </a:extLst>
          </p:cNvPr>
          <p:cNvSpPr>
            <a:spLocks xmlns:a="http://schemas.openxmlformats.org/drawingml/2006/main" noGrp="1"/>
          </p:cNvSpPr>
          <p:nvPr/>
        </p:nvSpPr>
        <p:spPr>
          <a:xfrm xmlns:a="http://schemas.openxmlformats.org/drawingml/2006/main">
            <a:off x="381000" y="5943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9" name="top-rule">
            <a:extLst xmlns:a="http://schemas.openxmlformats.org/drawingml/2006/main">
              <a:ext uri="{FF2B5EF4-FFF2-40B4-BE49-F238E27FC236}">
                <a16:creationId xmlns:a16="http://schemas.microsoft.com/office/drawing/2014/main" id="{6F01A290-6823-4265-96FF-D3C5D3D85EEC}"/>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30" name="wordmark">
            <a:extLst xmlns:a="http://schemas.openxmlformats.org/drawingml/2006/main">
              <a:ext uri="{FF2B5EF4-FFF2-40B4-BE49-F238E27FC236}">
                <a16:creationId xmlns:a16="http://schemas.microsoft.com/office/drawing/2014/main" id="{3164A742-1016-41F5-B85D-77162B2CBEA4}"/>
              </a:ext>
            </a:extLst>
          </p:cNvPr>
          <p:cNvSpPr>
            <a:spLocks xmlns:a="http://schemas.openxmlformats.org/drawingml/2006/main" noGrp="1"/>
          </p:cNvSpPr>
          <p:nvPr/>
        </p:nvSpPr>
        <p:spPr>
          <a:xfrm xmlns:a="http://schemas.openxmlformats.org/drawingml/2006/main">
            <a:off x="381000" y="2286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F1EFE5"/>
                </a:solidFill>
                <a:latin typeface="Arial Black"/>
                <a:ea typeface="Arial Black"/>
                <a:cs typeface="Arial Black"/>
              </a:defRPr>
            </a:pPr>
            <a:r>
              <a:rPr sz="2550" b="1">
                <a:solidFill>
                  <a:srgbClr val="F1EFE5"/>
                </a:solidFill>
                <a:latin typeface="Arial Black"/>
                <a:ea typeface="Arial Black"/>
                <a:cs typeface="Arial Black"/>
              </a:rPr>
              <a:t>POOL</a:t>
            </a:r>
          </a:p>
        </p:txBody>
      </p:sp>
      <p:sp>
        <p:nvSpPr>
          <p:cNvPr id="31" name="environment-label">
            <a:extLst xmlns:a="http://schemas.openxmlformats.org/drawingml/2006/main">
              <a:ext uri="{FF2B5EF4-FFF2-40B4-BE49-F238E27FC236}">
                <a16:creationId xmlns:a16="http://schemas.microsoft.com/office/drawing/2014/main" id="{B2BC4670-956A-4A00-AF8F-B5676E3E6C0F}"/>
              </a:ext>
            </a:extLst>
          </p:cNvPr>
          <p:cNvSpPr>
            <a:spLocks xmlns:a="http://schemas.openxmlformats.org/drawingml/2006/main" noGrp="1"/>
          </p:cNvSpPr>
          <p:nvPr/>
        </p:nvSpPr>
        <p:spPr>
          <a:xfrm xmlns:a="http://schemas.openxmlformats.org/drawingml/2006/main">
            <a:off x="4705350" y="352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PUBLIC EVIDENCE REGISTRY</a:t>
            </a:r>
          </a:p>
        </p:txBody>
      </p:sp>
      <p:sp>
        <p:nvSpPr>
          <p:cNvPr id="32" name="slide-index">
            <a:extLst xmlns:a="http://schemas.openxmlformats.org/drawingml/2006/main">
              <a:ext uri="{FF2B5EF4-FFF2-40B4-BE49-F238E27FC236}">
                <a16:creationId xmlns:a16="http://schemas.microsoft.com/office/drawing/2014/main" id="{F661A0FB-086F-4443-8F1D-B4F9BCE93CA2}"/>
              </a:ext>
            </a:extLst>
          </p:cNvPr>
          <p:cNvSpPr>
            <a:spLocks xmlns:a="http://schemas.openxmlformats.org/drawingml/2006/main" noGrp="1"/>
          </p:cNvSpPr>
          <p:nvPr/>
        </p:nvSpPr>
        <p:spPr>
          <a:xfrm xmlns:a="http://schemas.openxmlformats.org/drawingml/2006/main">
            <a:off x="10572750" y="352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03 / 06</a:t>
            </a:r>
          </a:p>
        </p:txBody>
      </p:sp>
      <p:sp>
        <p:nvSpPr>
          <p:cNvPr id="33" name="event-footer">
            <a:extLst xmlns:a="http://schemas.openxmlformats.org/drawingml/2006/main">
              <a:ext uri="{FF2B5EF4-FFF2-40B4-BE49-F238E27FC236}">
                <a16:creationId xmlns:a16="http://schemas.microsoft.com/office/drawing/2014/main" id="{7BF0C3AC-B03C-4B0D-91B9-1B8948922438}"/>
              </a:ext>
            </a:extLst>
          </p:cNvPr>
          <p:cNvSpPr>
            <a:spLocks xmlns:a="http://schemas.openxmlformats.org/drawingml/2006/main" noGrp="1"/>
          </p:cNvSpPr>
          <p:nvPr/>
        </p:nvSpPr>
        <p:spPr>
          <a:xfrm xmlns:a="http://schemas.openxmlformats.org/drawingml/2006/main">
            <a:off x="381000" y="6467475"/>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RAINGENTIC COMMERCE · RAIN + MONAD</a:t>
            </a:r>
          </a:p>
        </p:txBody>
      </p:sp>
      <p:sp>
        <p:nvSpPr>
          <p:cNvPr id="34" name="honesty-footer">
            <a:extLst xmlns:a="http://schemas.openxmlformats.org/drawingml/2006/main">
              <a:ext uri="{FF2B5EF4-FFF2-40B4-BE49-F238E27FC236}">
                <a16:creationId xmlns:a16="http://schemas.microsoft.com/office/drawing/2014/main" id="{B0101B65-0112-4D3F-A855-6A8660EEC0D9}"/>
              </a:ext>
            </a:extLst>
          </p:cNvPr>
          <p:cNvSpPr>
            <a:spLocks xmlns:a="http://schemas.openxmlformats.org/drawingml/2006/main" noGrp="1"/>
          </p:cNvSpPr>
          <p:nvPr/>
        </p:nvSpPr>
        <p:spPr>
          <a:xfrm xmlns:a="http://schemas.openxmlformats.org/drawingml/2006/main">
            <a:off x="6934200" y="6467475"/>
            <a:ext cx="487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SANDBOX / TESTNET CLAIMS REQUIRE RENDERED EVIDENCE</a:t>
            </a:r>
          </a:p>
        </p:txBody>
      </p:sp>
      <p:sp>
        <p:nvSpPr>
          <p:cNvPr id="35" name="eyebrow">
            <a:extLst xmlns:a="http://schemas.openxmlformats.org/drawingml/2006/main">
              <a:ext uri="{FF2B5EF4-FFF2-40B4-BE49-F238E27FC236}">
                <a16:creationId xmlns:a16="http://schemas.microsoft.com/office/drawing/2014/main" id="{21F9C419-49BA-4D87-BE65-1DDE0C85117F}"/>
              </a:ext>
            </a:extLst>
          </p:cNvPr>
          <p:cNvSpPr>
            <a:spLocks xmlns:a="http://schemas.openxmlformats.org/drawingml/2006/main" noGrp="1"/>
          </p:cNvSpPr>
          <p:nvPr/>
        </p:nvSpPr>
        <p:spPr>
          <a:xfrm xmlns:a="http://schemas.openxmlformats.org/drawingml/2006/main">
            <a:off x="381000" y="1123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02 / VERIFY</a:t>
            </a:r>
          </a:p>
        </p:txBody>
      </p:sp>
      <p:sp>
        <p:nvSpPr>
          <p:cNvPr id="36" name="slide-title">
            <a:extLst xmlns:a="http://schemas.openxmlformats.org/drawingml/2006/main">
              <a:ext uri="{FF2B5EF4-FFF2-40B4-BE49-F238E27FC236}">
                <a16:creationId xmlns:a16="http://schemas.microsoft.com/office/drawing/2014/main" id="{A48B931A-3DB5-49CA-85E5-EE38800F76A5}"/>
              </a:ext>
            </a:extLst>
          </p:cNvPr>
          <p:cNvSpPr>
            <a:spLocks xmlns:a="http://schemas.openxmlformats.org/drawingml/2006/main" noGrp="1"/>
          </p:cNvSpPr>
          <p:nvPr/>
        </p:nvSpPr>
        <p:spPr>
          <a:xfrm xmlns:a="http://schemas.openxmlformats.org/drawingml/2006/main">
            <a:off x="381000" y="1409700"/>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450" b="1">
                <a:solidFill>
                  <a:srgbClr val="F1EFE5"/>
                </a:solidFill>
                <a:latin typeface="Arial Black"/>
                <a:ea typeface="Arial Black"/>
                <a:cs typeface="Arial Black"/>
              </a:defRPr>
            </a:pPr>
            <a:r>
              <a:rPr sz="3450" b="1">
                <a:solidFill>
                  <a:srgbClr val="F1EFE5"/>
                </a:solidFill>
                <a:latin typeface="Arial Black"/>
                <a:ea typeface="Arial Black"/>
                <a:cs typeface="Arial Black"/>
              </a:rPr>
              <a:t>THE PUBLIC RECORD SHOWS THE ORDER.</a:t>
            </a:r>
          </a:p>
        </p:txBody>
      </p:sp>
      <p:sp>
        <p:nvSpPr>
          <p:cNvPr id="37" name="registry-source">
            <a:extLst xmlns:a="http://schemas.openxmlformats.org/drawingml/2006/main">
              <a:ext uri="{FF2B5EF4-FFF2-40B4-BE49-F238E27FC236}">
                <a16:creationId xmlns:a16="http://schemas.microsoft.com/office/drawing/2014/main" id="{41D1719B-FD9A-49F2-B8D0-9897B84850FA}"/>
              </a:ext>
            </a:extLst>
          </p:cNvPr>
          <p:cNvSpPr>
            <a:spLocks xmlns:a="http://schemas.openxmlformats.org/drawingml/2006/main" noGrp="1"/>
          </p:cNvSpPr>
          <p:nvPr/>
        </p:nvSpPr>
        <p:spPr>
          <a:xfrm xmlns:a="http://schemas.openxmlformats.org/drawingml/2006/main">
            <a:off x="419100" y="2190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/EVIDENCE · PROOF 246d81a · RUNTIME 8b1cee8</a:t>
            </a:r>
          </a:p>
        </p:txBody>
      </p:sp>
      <p:sp>
        <p:nvSpPr>
          <p:cNvPr id="38" name="registry-address">
            <a:extLst xmlns:a="http://schemas.openxmlformats.org/drawingml/2006/main">
              <a:ext uri="{FF2B5EF4-FFF2-40B4-BE49-F238E27FC236}">
                <a16:creationId xmlns:a16="http://schemas.microsoft.com/office/drawing/2014/main" id="{032E7814-846D-4030-B3E8-5A90EAA3475C}"/>
              </a:ext>
            </a:extLst>
          </p:cNvPr>
          <p:cNvSpPr>
            <a:spLocks xmlns:a="http://schemas.openxmlformats.org/drawingml/2006/main" noGrp="1"/>
          </p:cNvSpPr>
          <p:nvPr/>
        </p:nvSpPr>
        <p:spPr>
          <a:xfrm xmlns:a="http://schemas.openxmlformats.org/drawingml/2006/main">
            <a:off x="6724650" y="2190750"/>
            <a:ext cx="506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D3D1C8"/>
                </a:solidFill>
                <a:latin typeface="Courier New"/>
                <a:ea typeface="Courier New"/>
                <a:cs typeface="Courier New"/>
              </a:defRPr>
            </a:pPr>
            <a:r>
              <a:rPr sz="1050" b="0">
                <a:solidFill>
                  <a:srgbClr val="D3D1C8"/>
                </a:solidFill>
                <a:latin typeface="Courier New"/>
                <a:ea typeface="Courier New"/>
                <a:cs typeface="Courier New"/>
              </a:rPr>
              <a:t>MONAD TESTNET 10143 · REGISTRY 0xE1b7…b217</a:t>
            </a:r>
          </a:p>
        </p:txBody>
      </p:sp>
      <p:sp>
        <p:nvSpPr>
          <p:cNvPr id="39" name="registry-verifier">
            <a:extLst xmlns:a="http://schemas.openxmlformats.org/drawingml/2006/main">
              <a:ext uri="{FF2B5EF4-FFF2-40B4-BE49-F238E27FC236}">
                <a16:creationId xmlns:a16="http://schemas.microsoft.com/office/drawing/2014/main" id="{1DB28186-BE97-4031-BBF4-76838DCAB256}"/>
              </a:ext>
            </a:extLst>
          </p:cNvPr>
          <p:cNvSpPr>
            <a:spLocks xmlns:a="http://schemas.openxmlformats.org/drawingml/2006/main" noGrp="1"/>
          </p:cNvSpPr>
          <p:nvPr/>
        </p:nvSpPr>
        <p:spPr>
          <a:xfrm xmlns:a="http://schemas.openxmlformats.org/drawingml/2006/main">
            <a:off x="419100" y="245745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FF2B79"/>
                </a:solidFill>
                <a:latin typeface="Courier New"/>
                <a:ea typeface="Courier New"/>
                <a:cs typeface="Courier New"/>
              </a:defRPr>
            </a:pPr>
            <a:r>
              <a:rPr sz="975" b="1">
                <a:solidFill>
                  <a:srgbClr val="FF2B79"/>
                </a:solidFill>
                <a:latin typeface="Courier New"/>
                <a:ea typeface="Courier New"/>
                <a:cs typeface="Courier New"/>
              </a:rPr>
              <a:t>READ-ONLY CHECK  /api/evidence/verify  ·  0 WRITES  ·  0 FINANCIAL AUTH</a:t>
            </a:r>
          </a:p>
        </p:txBody>
      </p:sp>
      <p:sp>
        <p:nvSpPr>
          <p:cNvPr id="40" name="sequence-rail">
            <a:extLst xmlns:a="http://schemas.openxmlformats.org/drawingml/2006/main">
              <a:ext uri="{FF2B5EF4-FFF2-40B4-BE49-F238E27FC236}">
                <a16:creationId xmlns:a16="http://schemas.microsoft.com/office/drawing/2014/main" id="{28CCA0DD-5444-431B-A379-85BBDF8611F1}"/>
              </a:ext>
            </a:extLst>
          </p:cNvPr>
          <p:cNvSpPr>
            <a:spLocks xmlns:a="http://schemas.openxmlformats.org/drawingml/2006/main" noGrp="1"/>
          </p:cNvSpPr>
          <p:nvPr/>
        </p:nvSpPr>
        <p:spPr>
          <a:xfrm xmlns:a="http://schemas.openxmlformats.org/drawingml/2006/main">
            <a:off x="1009650" y="3505200"/>
            <a:ext cx="10096500" cy="0"/>
          </a:xfrm>
          <a:prstGeom xmlns:a="http://schemas.openxmlformats.org/drawingml/2006/main" prst="line">
            <a:avLst/>
          </a:prstGeom>
          <a:noFill xmlns:a="http://schemas.openxmlformats.org/drawingml/2006/main"/>
          <a:ln xmlns:a="http://schemas.openxmlformats.org/drawingml/2006/main" w="38100">
            <a:solidFill>
              <a:srgbClr val="7C9920"/>
            </a:solidFill>
            <a:prstDash val="solid"/>
          </a:ln>
        </p:spPr>
      </p:sp>
      <p:sp>
        <p:nvSpPr>
          <p:cNvPr id="41" name="step-node-0">
            <a:extLst xmlns:a="http://schemas.openxmlformats.org/drawingml/2006/main">
              <a:ext uri="{FF2B5EF4-FFF2-40B4-BE49-F238E27FC236}">
                <a16:creationId xmlns:a16="http://schemas.microsoft.com/office/drawing/2014/main" id="{2A6A1FD6-BACD-419F-9B79-EC51AB74136F}"/>
              </a:ext>
            </a:extLst>
          </p:cNvPr>
          <p:cNvSpPr>
            <a:spLocks xmlns:a="http://schemas.openxmlformats.org/drawingml/2006/main" noGrp="1"/>
          </p:cNvSpPr>
          <p:nvPr/>
        </p:nvSpPr>
        <p:spPr>
          <a:xfrm xmlns:a="http://schemas.openxmlformats.org/drawingml/2006/main">
            <a:off x="1266825" y="3228975"/>
            <a:ext cx="552450" cy="552450"/>
          </a:xfrm>
          <a:prstGeom xmlns:a="http://schemas.openxmlformats.org/drawingml/2006/main" prst="ellipse">
            <a:avLst/>
          </a:prstGeom>
          <a:solidFill xmlns:a="http://schemas.openxmlformats.org/drawingml/2006/main">
            <a:srgbClr val="080A09"/>
          </a:solidFill>
          <a:ln xmlns:a="http://schemas.openxmlformats.org/drawingml/2006/main" w="28575">
            <a:solidFill>
              <a:srgbClr val="C7F52F"/>
            </a:solidFill>
            <a:prstDash val="solid"/>
          </a:ln>
        </p:spPr>
      </p:sp>
      <p:sp>
        <p:nvSpPr>
          <p:cNvPr id="42" name="step-number-0">
            <a:extLst xmlns:a="http://schemas.openxmlformats.org/drawingml/2006/main">
              <a:ext uri="{FF2B5EF4-FFF2-40B4-BE49-F238E27FC236}">
                <a16:creationId xmlns:a16="http://schemas.microsoft.com/office/drawing/2014/main" id="{3286B4C1-87DC-47B4-AA99-E12ACBFA6388}"/>
              </a:ext>
            </a:extLst>
          </p:cNvPr>
          <p:cNvSpPr>
            <a:spLocks xmlns:a="http://schemas.openxmlformats.org/drawingml/2006/main" noGrp="1"/>
          </p:cNvSpPr>
          <p:nvPr/>
        </p:nvSpPr>
        <p:spPr>
          <a:xfrm xmlns:a="http://schemas.openxmlformats.org/drawingml/2006/main">
            <a:off x="1314450" y="33623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C7F52F"/>
                </a:solidFill>
                <a:latin typeface="Courier New"/>
                <a:ea typeface="Courier New"/>
                <a:cs typeface="Courier New"/>
              </a:defRPr>
            </a:pPr>
            <a:r>
              <a:rPr sz="1350" b="1">
                <a:solidFill>
                  <a:srgbClr val="C7F52F"/>
                </a:solidFill>
                <a:latin typeface="Courier New"/>
                <a:ea typeface="Courier New"/>
                <a:cs typeface="Courier New"/>
              </a:rPr>
              <a:t>01</a:t>
            </a:r>
          </a:p>
        </p:txBody>
      </p:sp>
      <p:sp>
        <p:nvSpPr>
          <p:cNvPr id="43" name="step-title-0">
            <a:extLst xmlns:a="http://schemas.openxmlformats.org/drawingml/2006/main">
              <a:ext uri="{FF2B5EF4-FFF2-40B4-BE49-F238E27FC236}">
                <a16:creationId xmlns:a16="http://schemas.microsoft.com/office/drawing/2014/main" id="{C60EDF76-D458-4221-B0CB-8CF545DD84CD}"/>
              </a:ext>
            </a:extLst>
          </p:cNvPr>
          <p:cNvSpPr>
            <a:spLocks xmlns:a="http://schemas.openxmlformats.org/drawingml/2006/main" noGrp="1"/>
          </p:cNvSpPr>
          <p:nvPr/>
        </p:nvSpPr>
        <p:spPr>
          <a:xfrm xmlns:a="http://schemas.openxmlformats.org/drawingml/2006/main">
            <a:off x="723900" y="401955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C7F52F"/>
                </a:solidFill>
                <a:latin typeface="Arial Black"/>
                <a:ea typeface="Arial Black"/>
                <a:cs typeface="Arial Black"/>
              </a:defRPr>
            </a:pPr>
            <a:r>
              <a:rPr sz="2025" b="1">
                <a:solidFill>
                  <a:srgbClr val="C7F52F"/>
                </a:solidFill>
                <a:latin typeface="Arial Black"/>
                <a:ea typeface="Arial Black"/>
                <a:cs typeface="Arial Black"/>
              </a:rPr>
              <a:t>COMMIT</a:t>
            </a:r>
          </a:p>
        </p:txBody>
      </p:sp>
      <p:sp>
        <p:nvSpPr>
          <p:cNvPr id="44" name="step-sub-0">
            <a:extLst xmlns:a="http://schemas.openxmlformats.org/drawingml/2006/main">
              <a:ext uri="{FF2B5EF4-FFF2-40B4-BE49-F238E27FC236}">
                <a16:creationId xmlns:a16="http://schemas.microsoft.com/office/drawing/2014/main" id="{AF45172D-9400-44AC-BF94-8A98CFB358FC}"/>
              </a:ext>
            </a:extLst>
          </p:cNvPr>
          <p:cNvSpPr>
            <a:spLocks xmlns:a="http://schemas.openxmlformats.org/drawingml/2006/main" noGrp="1"/>
          </p:cNvSpPr>
          <p:nvPr/>
        </p:nvSpPr>
        <p:spPr>
          <a:xfrm xmlns:a="http://schemas.openxmlformats.org/drawingml/2006/main">
            <a:off x="723900" y="44481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block 52198213</a:t>
            </a:r>
          </a:p>
        </p:txBody>
      </p:sp>
      <p:sp>
        <p:nvSpPr>
          <p:cNvPr id="45" name="step-node-1">
            <a:extLst xmlns:a="http://schemas.openxmlformats.org/drawingml/2006/main">
              <a:ext uri="{FF2B5EF4-FFF2-40B4-BE49-F238E27FC236}">
                <a16:creationId xmlns:a16="http://schemas.microsoft.com/office/drawing/2014/main" id="{06681404-A9ED-4CD8-8297-284F052C54B7}"/>
              </a:ext>
            </a:extLst>
          </p:cNvPr>
          <p:cNvSpPr>
            <a:spLocks xmlns:a="http://schemas.openxmlformats.org/drawingml/2006/main" noGrp="1"/>
          </p:cNvSpPr>
          <p:nvPr/>
        </p:nvSpPr>
        <p:spPr>
          <a:xfrm xmlns:a="http://schemas.openxmlformats.org/drawingml/2006/main">
            <a:off x="3876675" y="3228975"/>
            <a:ext cx="552450" cy="552450"/>
          </a:xfrm>
          <a:prstGeom xmlns:a="http://schemas.openxmlformats.org/drawingml/2006/main" prst="ellipse">
            <a:avLst/>
          </a:prstGeom>
          <a:solidFill xmlns:a="http://schemas.openxmlformats.org/drawingml/2006/main">
            <a:srgbClr val="080A09"/>
          </a:solidFill>
          <a:ln xmlns:a="http://schemas.openxmlformats.org/drawingml/2006/main" w="28575">
            <a:solidFill>
              <a:srgbClr val="F1EFE5"/>
            </a:solidFill>
            <a:prstDash val="solid"/>
          </a:ln>
        </p:spPr>
      </p:sp>
      <p:sp>
        <p:nvSpPr>
          <p:cNvPr id="46" name="step-number-1">
            <a:extLst xmlns:a="http://schemas.openxmlformats.org/drawingml/2006/main">
              <a:ext uri="{FF2B5EF4-FFF2-40B4-BE49-F238E27FC236}">
                <a16:creationId xmlns:a16="http://schemas.microsoft.com/office/drawing/2014/main" id="{99CF7BEC-3AF6-49C9-9D57-41718107F0B1}"/>
              </a:ext>
            </a:extLst>
          </p:cNvPr>
          <p:cNvSpPr>
            <a:spLocks xmlns:a="http://schemas.openxmlformats.org/drawingml/2006/main" noGrp="1"/>
          </p:cNvSpPr>
          <p:nvPr/>
        </p:nvSpPr>
        <p:spPr>
          <a:xfrm xmlns:a="http://schemas.openxmlformats.org/drawingml/2006/main">
            <a:off x="3924300" y="33623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F1EFE5"/>
                </a:solidFill>
                <a:latin typeface="Courier New"/>
                <a:ea typeface="Courier New"/>
                <a:cs typeface="Courier New"/>
              </a:defRPr>
            </a:pPr>
            <a:r>
              <a:rPr sz="1350" b="1">
                <a:solidFill>
                  <a:srgbClr val="F1EFE5"/>
                </a:solidFill>
                <a:latin typeface="Courier New"/>
                <a:ea typeface="Courier New"/>
                <a:cs typeface="Courier New"/>
              </a:rPr>
              <a:t>02</a:t>
            </a:r>
          </a:p>
        </p:txBody>
      </p:sp>
      <p:sp>
        <p:nvSpPr>
          <p:cNvPr id="47" name="step-title-1">
            <a:extLst xmlns:a="http://schemas.openxmlformats.org/drawingml/2006/main">
              <a:ext uri="{FF2B5EF4-FFF2-40B4-BE49-F238E27FC236}">
                <a16:creationId xmlns:a16="http://schemas.microsoft.com/office/drawing/2014/main" id="{A96CF8E4-09BF-4E89-AF65-C09A0EBA30CE}"/>
              </a:ext>
            </a:extLst>
          </p:cNvPr>
          <p:cNvSpPr>
            <a:spLocks xmlns:a="http://schemas.openxmlformats.org/drawingml/2006/main" noGrp="1"/>
          </p:cNvSpPr>
          <p:nvPr/>
        </p:nvSpPr>
        <p:spPr>
          <a:xfrm xmlns:a="http://schemas.openxmlformats.org/drawingml/2006/main">
            <a:off x="3333750" y="401955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F1EFE5"/>
                </a:solidFill>
                <a:latin typeface="Arial Black"/>
                <a:ea typeface="Arial Black"/>
                <a:cs typeface="Arial Black"/>
              </a:defRPr>
            </a:pPr>
            <a:r>
              <a:rPr sz="1575" b="1">
                <a:solidFill>
                  <a:srgbClr val="F1EFE5"/>
                </a:solidFill>
                <a:latin typeface="Arial Black"/>
                <a:ea typeface="Arial Black"/>
                <a:cs typeface="Arial Black"/>
              </a:rPr>
              <a:t>REGISTER</a:t>
            </a:r>
          </a:p>
        </p:txBody>
      </p:sp>
      <p:sp>
        <p:nvSpPr>
          <p:cNvPr id="48" name="step-sub-1">
            <a:extLst xmlns:a="http://schemas.openxmlformats.org/drawingml/2006/main">
              <a:ext uri="{FF2B5EF4-FFF2-40B4-BE49-F238E27FC236}">
                <a16:creationId xmlns:a16="http://schemas.microsoft.com/office/drawing/2014/main" id="{8BC66B76-54F8-420F-85A9-96ED1B90901B}"/>
              </a:ext>
            </a:extLst>
          </p:cNvPr>
          <p:cNvSpPr>
            <a:spLocks xmlns:a="http://schemas.openxmlformats.org/drawingml/2006/main" noGrp="1"/>
          </p:cNvSpPr>
          <p:nvPr/>
        </p:nvSpPr>
        <p:spPr>
          <a:xfrm xmlns:a="http://schemas.openxmlformats.org/drawingml/2006/main">
            <a:off x="3333750" y="44481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6 finalized offers</a:t>
            </a:r>
          </a:p>
        </p:txBody>
      </p:sp>
      <p:sp>
        <p:nvSpPr>
          <p:cNvPr id="49" name="step-node-2">
            <a:extLst xmlns:a="http://schemas.openxmlformats.org/drawingml/2006/main">
              <a:ext uri="{FF2B5EF4-FFF2-40B4-BE49-F238E27FC236}">
                <a16:creationId xmlns:a16="http://schemas.microsoft.com/office/drawing/2014/main" id="{E2D8EEF7-673A-4D81-A9A3-70499F272E30}"/>
              </a:ext>
            </a:extLst>
          </p:cNvPr>
          <p:cNvSpPr>
            <a:spLocks xmlns:a="http://schemas.openxmlformats.org/drawingml/2006/main" noGrp="1"/>
          </p:cNvSpPr>
          <p:nvPr/>
        </p:nvSpPr>
        <p:spPr>
          <a:xfrm xmlns:a="http://schemas.openxmlformats.org/drawingml/2006/main">
            <a:off x="6486525" y="3228975"/>
            <a:ext cx="552450" cy="552450"/>
          </a:xfrm>
          <a:prstGeom xmlns:a="http://schemas.openxmlformats.org/drawingml/2006/main" prst="ellipse">
            <a:avLst/>
          </a:prstGeom>
          <a:solidFill xmlns:a="http://schemas.openxmlformats.org/drawingml/2006/main">
            <a:srgbClr val="080A09"/>
          </a:solidFill>
          <a:ln xmlns:a="http://schemas.openxmlformats.org/drawingml/2006/main" w="28575">
            <a:solidFill>
              <a:srgbClr val="FF2B79"/>
            </a:solidFill>
            <a:prstDash val="solid"/>
          </a:ln>
        </p:spPr>
      </p:sp>
      <p:sp>
        <p:nvSpPr>
          <p:cNvPr id="50" name="step-number-2">
            <a:extLst xmlns:a="http://schemas.openxmlformats.org/drawingml/2006/main">
              <a:ext uri="{FF2B5EF4-FFF2-40B4-BE49-F238E27FC236}">
                <a16:creationId xmlns:a16="http://schemas.microsoft.com/office/drawing/2014/main" id="{1EBCA108-A10B-4D63-9C61-22087BF0B557}"/>
              </a:ext>
            </a:extLst>
          </p:cNvPr>
          <p:cNvSpPr>
            <a:spLocks xmlns:a="http://schemas.openxmlformats.org/drawingml/2006/main" noGrp="1"/>
          </p:cNvSpPr>
          <p:nvPr/>
        </p:nvSpPr>
        <p:spPr>
          <a:xfrm xmlns:a="http://schemas.openxmlformats.org/drawingml/2006/main">
            <a:off x="6534150" y="33623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FF2B79"/>
                </a:solidFill>
                <a:latin typeface="Courier New"/>
                <a:ea typeface="Courier New"/>
                <a:cs typeface="Courier New"/>
              </a:defRPr>
            </a:pPr>
            <a:r>
              <a:rPr sz="1350" b="1">
                <a:solidFill>
                  <a:srgbClr val="FF2B79"/>
                </a:solidFill>
                <a:latin typeface="Courier New"/>
                <a:ea typeface="Courier New"/>
                <a:cs typeface="Courier New"/>
              </a:rPr>
              <a:t>03</a:t>
            </a:r>
          </a:p>
        </p:txBody>
      </p:sp>
      <p:sp>
        <p:nvSpPr>
          <p:cNvPr id="51" name="step-title-2">
            <a:extLst xmlns:a="http://schemas.openxmlformats.org/drawingml/2006/main">
              <a:ext uri="{FF2B5EF4-FFF2-40B4-BE49-F238E27FC236}">
                <a16:creationId xmlns:a16="http://schemas.microsoft.com/office/drawing/2014/main" id="{836E7196-EA20-4745-A320-C78ED17DBCED}"/>
              </a:ext>
            </a:extLst>
          </p:cNvPr>
          <p:cNvSpPr>
            <a:spLocks xmlns:a="http://schemas.openxmlformats.org/drawingml/2006/main" noGrp="1"/>
          </p:cNvSpPr>
          <p:nvPr/>
        </p:nvSpPr>
        <p:spPr>
          <a:xfrm xmlns:a="http://schemas.openxmlformats.org/drawingml/2006/main">
            <a:off x="5943600" y="401955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FF2B79"/>
                </a:solidFill>
                <a:latin typeface="Arial Black"/>
                <a:ea typeface="Arial Black"/>
                <a:cs typeface="Arial Black"/>
              </a:defRPr>
            </a:pPr>
            <a:r>
              <a:rPr sz="1575" b="1">
                <a:solidFill>
                  <a:srgbClr val="FF2B79"/>
                </a:solidFill>
                <a:latin typeface="Arial Black"/>
                <a:ea typeface="Arial Black"/>
                <a:cs typeface="Arial Black"/>
              </a:rPr>
              <a:t>RAIN IDS</a:t>
            </a:r>
          </a:p>
        </p:txBody>
      </p:sp>
      <p:sp>
        <p:nvSpPr>
          <p:cNvPr id="52" name="step-sub-2">
            <a:extLst xmlns:a="http://schemas.openxmlformats.org/drawingml/2006/main">
              <a:ext uri="{FF2B5EF4-FFF2-40B4-BE49-F238E27FC236}">
                <a16:creationId xmlns:a16="http://schemas.microsoft.com/office/drawing/2014/main" id="{94479209-2DB5-4166-83E6-003D57A4A5B8}"/>
              </a:ext>
            </a:extLst>
          </p:cNvPr>
          <p:cNvSpPr>
            <a:spLocks xmlns:a="http://schemas.openxmlformats.org/drawingml/2006/main" noGrp="1"/>
          </p:cNvSpPr>
          <p:nvPr/>
        </p:nvSpPr>
        <p:spPr>
          <a:xfrm xmlns:a="http://schemas.openxmlformats.org/drawingml/2006/main">
            <a:off x="5943600" y="44481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3-id digest</a:t>
            </a:r>
          </a:p>
        </p:txBody>
      </p:sp>
      <p:sp>
        <p:nvSpPr>
          <p:cNvPr id="53" name="step-node-3">
            <a:extLst xmlns:a="http://schemas.openxmlformats.org/drawingml/2006/main">
              <a:ext uri="{FF2B5EF4-FFF2-40B4-BE49-F238E27FC236}">
                <a16:creationId xmlns:a16="http://schemas.microsoft.com/office/drawing/2014/main" id="{D61DD002-E0D0-4A94-85E2-FFD53A8373A7}"/>
              </a:ext>
            </a:extLst>
          </p:cNvPr>
          <p:cNvSpPr>
            <a:spLocks xmlns:a="http://schemas.openxmlformats.org/drawingml/2006/main" noGrp="1"/>
          </p:cNvSpPr>
          <p:nvPr/>
        </p:nvSpPr>
        <p:spPr>
          <a:xfrm xmlns:a="http://schemas.openxmlformats.org/drawingml/2006/main">
            <a:off x="9096375" y="3228975"/>
            <a:ext cx="552450" cy="552450"/>
          </a:xfrm>
          <a:prstGeom xmlns:a="http://schemas.openxmlformats.org/drawingml/2006/main" prst="ellipse">
            <a:avLst/>
          </a:prstGeom>
          <a:solidFill xmlns:a="http://schemas.openxmlformats.org/drawingml/2006/main">
            <a:srgbClr val="080A09"/>
          </a:solidFill>
          <a:ln xmlns:a="http://schemas.openxmlformats.org/drawingml/2006/main" w="28575">
            <a:solidFill>
              <a:srgbClr val="C7F52F"/>
            </a:solidFill>
            <a:prstDash val="solid"/>
          </a:ln>
        </p:spPr>
      </p:sp>
      <p:sp>
        <p:nvSpPr>
          <p:cNvPr id="54" name="step-number-3">
            <a:extLst xmlns:a="http://schemas.openxmlformats.org/drawingml/2006/main">
              <a:ext uri="{FF2B5EF4-FFF2-40B4-BE49-F238E27FC236}">
                <a16:creationId xmlns:a16="http://schemas.microsoft.com/office/drawing/2014/main" id="{2A6E92D2-8249-4C20-8D4C-CD2BB383C42B}"/>
              </a:ext>
            </a:extLst>
          </p:cNvPr>
          <p:cNvSpPr>
            <a:spLocks xmlns:a="http://schemas.openxmlformats.org/drawingml/2006/main" noGrp="1"/>
          </p:cNvSpPr>
          <p:nvPr/>
        </p:nvSpPr>
        <p:spPr>
          <a:xfrm xmlns:a="http://schemas.openxmlformats.org/drawingml/2006/main">
            <a:off x="9144000" y="33623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C7F52F"/>
                </a:solidFill>
                <a:latin typeface="Courier New"/>
                <a:ea typeface="Courier New"/>
                <a:cs typeface="Courier New"/>
              </a:defRPr>
            </a:pPr>
            <a:r>
              <a:rPr sz="1350" b="1">
                <a:solidFill>
                  <a:srgbClr val="C7F52F"/>
                </a:solidFill>
                <a:latin typeface="Courier New"/>
                <a:ea typeface="Courier New"/>
                <a:cs typeface="Courier New"/>
              </a:rPr>
              <a:t>04</a:t>
            </a:r>
          </a:p>
        </p:txBody>
      </p:sp>
      <p:sp>
        <p:nvSpPr>
          <p:cNvPr id="55" name="step-title-3">
            <a:extLst xmlns:a="http://schemas.openxmlformats.org/drawingml/2006/main">
              <a:ext uri="{FF2B5EF4-FFF2-40B4-BE49-F238E27FC236}">
                <a16:creationId xmlns:a16="http://schemas.microsoft.com/office/drawing/2014/main" id="{7E83C155-DF85-462F-ADDA-B97056168C0C}"/>
              </a:ext>
            </a:extLst>
          </p:cNvPr>
          <p:cNvSpPr>
            <a:spLocks xmlns:a="http://schemas.openxmlformats.org/drawingml/2006/main" noGrp="1"/>
          </p:cNvSpPr>
          <p:nvPr/>
        </p:nvSpPr>
        <p:spPr>
          <a:xfrm xmlns:a="http://schemas.openxmlformats.org/drawingml/2006/main">
            <a:off x="8553450" y="4019550"/>
            <a:ext cx="1638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C7F52F"/>
                </a:solidFill>
                <a:latin typeface="Arial Black"/>
                <a:ea typeface="Arial Black"/>
                <a:cs typeface="Arial Black"/>
              </a:defRPr>
            </a:pPr>
            <a:r>
              <a:rPr sz="2025" b="1">
                <a:solidFill>
                  <a:srgbClr val="C7F52F"/>
                </a:solidFill>
                <a:latin typeface="Arial Black"/>
                <a:ea typeface="Arial Black"/>
                <a:cs typeface="Arial Black"/>
              </a:rPr>
              <a:t>ATTEST</a:t>
            </a:r>
          </a:p>
        </p:txBody>
      </p:sp>
      <p:sp>
        <p:nvSpPr>
          <p:cNvPr id="56" name="step-sub-3">
            <a:extLst xmlns:a="http://schemas.openxmlformats.org/drawingml/2006/main">
              <a:ext uri="{FF2B5EF4-FFF2-40B4-BE49-F238E27FC236}">
                <a16:creationId xmlns:a16="http://schemas.microsoft.com/office/drawing/2014/main" id="{CDCD9247-DDBC-48F8-97D5-0679CCC77FBC}"/>
              </a:ext>
            </a:extLst>
          </p:cNvPr>
          <p:cNvSpPr>
            <a:spLocks xmlns:a="http://schemas.openxmlformats.org/drawingml/2006/main" noGrp="1"/>
          </p:cNvSpPr>
          <p:nvPr/>
        </p:nvSpPr>
        <p:spPr>
          <a:xfrm xmlns:a="http://schemas.openxmlformats.org/drawingml/2006/main">
            <a:off x="8553450" y="44481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block 52198437</a:t>
            </a:r>
          </a:p>
        </p:txBody>
      </p:sp>
      <p:sp>
        <p:nvSpPr>
          <p:cNvPr id="57" name="commit-bracket-tl-h">
            <a:extLst xmlns:a="http://schemas.openxmlformats.org/drawingml/2006/main">
              <a:ext uri="{FF2B5EF4-FFF2-40B4-BE49-F238E27FC236}">
                <a16:creationId xmlns:a16="http://schemas.microsoft.com/office/drawing/2014/main" id="{0D1F1286-2406-42D6-BA58-A2B97B43B63D}"/>
              </a:ext>
            </a:extLst>
          </p:cNvPr>
          <p:cNvSpPr>
            <a:spLocks xmlns:a="http://schemas.openxmlformats.org/drawingml/2006/main" noGrp="1"/>
          </p:cNvSpPr>
          <p:nvPr/>
        </p:nvSpPr>
        <p:spPr>
          <a:xfrm xmlns:a="http://schemas.openxmlformats.org/drawingml/2006/main">
            <a:off x="647700" y="2857500"/>
            <a:ext cx="152400" cy="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58" name="commit-bracket-tl-v">
            <a:extLst xmlns:a="http://schemas.openxmlformats.org/drawingml/2006/main">
              <a:ext uri="{FF2B5EF4-FFF2-40B4-BE49-F238E27FC236}">
                <a16:creationId xmlns:a16="http://schemas.microsoft.com/office/drawing/2014/main" id="{EF9426D9-BC69-4743-B787-B5F7EB9DBAEC}"/>
              </a:ext>
            </a:extLst>
          </p:cNvPr>
          <p:cNvSpPr>
            <a:spLocks xmlns:a="http://schemas.openxmlformats.org/drawingml/2006/main" noGrp="1"/>
          </p:cNvSpPr>
          <p:nvPr/>
        </p:nvSpPr>
        <p:spPr>
          <a:xfrm xmlns:a="http://schemas.openxmlformats.org/drawingml/2006/main">
            <a:off x="647700" y="2857500"/>
            <a:ext cx="0" cy="15240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59" name="commit-bracket-tr-h">
            <a:extLst xmlns:a="http://schemas.openxmlformats.org/drawingml/2006/main">
              <a:ext uri="{FF2B5EF4-FFF2-40B4-BE49-F238E27FC236}">
                <a16:creationId xmlns:a16="http://schemas.microsoft.com/office/drawing/2014/main" id="{A747974B-BE8E-42BD-8BBB-ACBBA48BE1F1}"/>
              </a:ext>
            </a:extLst>
          </p:cNvPr>
          <p:cNvSpPr>
            <a:spLocks xmlns:a="http://schemas.openxmlformats.org/drawingml/2006/main" noGrp="1"/>
          </p:cNvSpPr>
          <p:nvPr/>
        </p:nvSpPr>
        <p:spPr>
          <a:xfrm xmlns:a="http://schemas.openxmlformats.org/drawingml/2006/main">
            <a:off x="4972050" y="2857500"/>
            <a:ext cx="152400" cy="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60" name="commit-bracket-tr-v">
            <a:extLst xmlns:a="http://schemas.openxmlformats.org/drawingml/2006/main">
              <a:ext uri="{FF2B5EF4-FFF2-40B4-BE49-F238E27FC236}">
                <a16:creationId xmlns:a16="http://schemas.microsoft.com/office/drawing/2014/main" id="{C0C95B3D-D508-4DF7-A6A0-02B8840D8674}"/>
              </a:ext>
            </a:extLst>
          </p:cNvPr>
          <p:cNvSpPr>
            <a:spLocks xmlns:a="http://schemas.openxmlformats.org/drawingml/2006/main" noGrp="1"/>
          </p:cNvSpPr>
          <p:nvPr/>
        </p:nvSpPr>
        <p:spPr>
          <a:xfrm xmlns:a="http://schemas.openxmlformats.org/drawingml/2006/main">
            <a:off x="5124450" y="2857500"/>
            <a:ext cx="0" cy="15240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61" name="commit-bracket-bl-h">
            <a:extLst xmlns:a="http://schemas.openxmlformats.org/drawingml/2006/main">
              <a:ext uri="{FF2B5EF4-FFF2-40B4-BE49-F238E27FC236}">
                <a16:creationId xmlns:a16="http://schemas.microsoft.com/office/drawing/2014/main" id="{EC16AE5E-4FD8-4286-91EB-0092A76A560B}"/>
              </a:ext>
            </a:extLst>
          </p:cNvPr>
          <p:cNvSpPr>
            <a:spLocks xmlns:a="http://schemas.openxmlformats.org/drawingml/2006/main" noGrp="1"/>
          </p:cNvSpPr>
          <p:nvPr/>
        </p:nvSpPr>
        <p:spPr>
          <a:xfrm xmlns:a="http://schemas.openxmlformats.org/drawingml/2006/main">
            <a:off x="647700" y="5029200"/>
            <a:ext cx="152400" cy="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62" name="commit-bracket-bl-v">
            <a:extLst xmlns:a="http://schemas.openxmlformats.org/drawingml/2006/main">
              <a:ext uri="{FF2B5EF4-FFF2-40B4-BE49-F238E27FC236}">
                <a16:creationId xmlns:a16="http://schemas.microsoft.com/office/drawing/2014/main" id="{E54151BD-EE94-4D96-933F-5AD61E347E59}"/>
              </a:ext>
            </a:extLst>
          </p:cNvPr>
          <p:cNvSpPr>
            <a:spLocks xmlns:a="http://schemas.openxmlformats.org/drawingml/2006/main" noGrp="1"/>
          </p:cNvSpPr>
          <p:nvPr/>
        </p:nvSpPr>
        <p:spPr>
          <a:xfrm xmlns:a="http://schemas.openxmlformats.org/drawingml/2006/main">
            <a:off x="647700" y="4876800"/>
            <a:ext cx="0" cy="15240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63" name="commit-bracket-br-h">
            <a:extLst xmlns:a="http://schemas.openxmlformats.org/drawingml/2006/main">
              <a:ext uri="{FF2B5EF4-FFF2-40B4-BE49-F238E27FC236}">
                <a16:creationId xmlns:a16="http://schemas.microsoft.com/office/drawing/2014/main" id="{3B789163-C587-4977-8838-39221ED4C0A4}"/>
              </a:ext>
            </a:extLst>
          </p:cNvPr>
          <p:cNvSpPr>
            <a:spLocks xmlns:a="http://schemas.openxmlformats.org/drawingml/2006/main" noGrp="1"/>
          </p:cNvSpPr>
          <p:nvPr/>
        </p:nvSpPr>
        <p:spPr>
          <a:xfrm xmlns:a="http://schemas.openxmlformats.org/drawingml/2006/main">
            <a:off x="4972050" y="5029200"/>
            <a:ext cx="152400" cy="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64" name="commit-bracket-br-v">
            <a:extLst xmlns:a="http://schemas.openxmlformats.org/drawingml/2006/main">
              <a:ext uri="{FF2B5EF4-FFF2-40B4-BE49-F238E27FC236}">
                <a16:creationId xmlns:a16="http://schemas.microsoft.com/office/drawing/2014/main" id="{6250D2A4-7A55-4E2A-9C3A-51BFAD7CF2AF}"/>
              </a:ext>
            </a:extLst>
          </p:cNvPr>
          <p:cNvSpPr>
            <a:spLocks xmlns:a="http://schemas.openxmlformats.org/drawingml/2006/main" noGrp="1"/>
          </p:cNvSpPr>
          <p:nvPr/>
        </p:nvSpPr>
        <p:spPr>
          <a:xfrm xmlns:a="http://schemas.openxmlformats.org/drawingml/2006/main">
            <a:off x="5124450" y="4876800"/>
            <a:ext cx="0" cy="152400"/>
          </a:xfrm>
          <a:prstGeom xmlns:a="http://schemas.openxmlformats.org/drawingml/2006/main" prst="line">
            <a:avLst/>
          </a:prstGeom>
          <a:noFill xmlns:a="http://schemas.openxmlformats.org/drawingml/2006/main"/>
          <a:ln xmlns:a="http://schemas.openxmlformats.org/drawingml/2006/main" w="13335">
            <a:solidFill>
              <a:srgbClr val="C7F52F"/>
            </a:solidFill>
            <a:prstDash val="solid"/>
          </a:ln>
        </p:spPr>
      </p:sp>
      <p:sp>
        <p:nvSpPr>
          <p:cNvPr id="65" name="commit-proof">
            <a:extLst xmlns:a="http://schemas.openxmlformats.org/drawingml/2006/main">
              <a:ext uri="{FF2B5EF4-FFF2-40B4-BE49-F238E27FC236}">
                <a16:creationId xmlns:a16="http://schemas.microsoft.com/office/drawing/2014/main" id="{884C7919-0C73-475D-876D-82CD3BC99221}"/>
              </a:ext>
            </a:extLst>
          </p:cNvPr>
          <p:cNvSpPr>
            <a:spLocks xmlns:a="http://schemas.openxmlformats.org/drawingml/2006/main" noGrp="1"/>
          </p:cNvSpPr>
          <p:nvPr/>
        </p:nvSpPr>
        <p:spPr>
          <a:xfrm xmlns:a="http://schemas.openxmlformats.org/drawingml/2006/main">
            <a:off x="704850" y="5095875"/>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COMMITMENT FINALIZED BEFORE ALL SIX OFFER REGISTRATIONS</a:t>
            </a:r>
          </a:p>
        </p:txBody>
      </p:sp>
      <p:sp>
        <p:nvSpPr>
          <p:cNvPr id="66" name="accepted-offer">
            <a:extLst xmlns:a="http://schemas.openxmlformats.org/drawingml/2006/main">
              <a:ext uri="{FF2B5EF4-FFF2-40B4-BE49-F238E27FC236}">
                <a16:creationId xmlns:a16="http://schemas.microsoft.com/office/drawing/2014/main" id="{6B809783-6190-4F08-9160-C7FF1A346BEF}"/>
              </a:ext>
            </a:extLst>
          </p:cNvPr>
          <p:cNvSpPr>
            <a:spLocks xmlns:a="http://schemas.openxmlformats.org/drawingml/2006/main" noGrp="1"/>
          </p:cNvSpPr>
          <p:nvPr/>
        </p:nvSpPr>
        <p:spPr>
          <a:xfrm xmlns:a="http://schemas.openxmlformats.org/drawingml/2006/main">
            <a:off x="6953250" y="50958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D3D1C8"/>
                </a:solidFill>
                <a:latin typeface="Courier New"/>
                <a:ea typeface="Courier New"/>
                <a:cs typeface="Courier New"/>
              </a:defRPr>
            </a:pPr>
            <a:r>
              <a:rPr sz="975" b="0">
                <a:solidFill>
                  <a:srgbClr val="D3D1C8"/>
                </a:solidFill>
                <a:latin typeface="Courier New"/>
                <a:ea typeface="Courier New"/>
                <a:cs typeface="Courier New"/>
              </a:rPr>
              <a:t>ACCEPTED OFFER 0xda4e…b89f</a:t>
            </a:r>
          </a:p>
        </p:txBody>
      </p:sp>
      <p:sp>
        <p:nvSpPr>
          <p:cNvPr id="67" name="rain-hash">
            <a:extLst xmlns:a="http://schemas.openxmlformats.org/drawingml/2006/main">
              <a:ext uri="{FF2B5EF4-FFF2-40B4-BE49-F238E27FC236}">
                <a16:creationId xmlns:a16="http://schemas.microsoft.com/office/drawing/2014/main" id="{5CAD590B-DD24-44EC-A8E0-F411168E07DA}"/>
              </a:ext>
            </a:extLst>
          </p:cNvPr>
          <p:cNvSpPr>
            <a:spLocks xmlns:a="http://schemas.openxmlformats.org/drawingml/2006/main" noGrp="1"/>
          </p:cNvSpPr>
          <p:nvPr/>
        </p:nvSpPr>
        <p:spPr>
          <a:xfrm xmlns:a="http://schemas.openxmlformats.org/drawingml/2006/main">
            <a:off x="9886950" y="50958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0">
                <a:solidFill>
                  <a:srgbClr val="FF2B79"/>
                </a:solidFill>
                <a:latin typeface="Courier New"/>
                <a:ea typeface="Courier New"/>
                <a:cs typeface="Courier New"/>
              </a:defRPr>
            </a:pPr>
            <a:r>
              <a:rPr sz="975" b="0">
                <a:solidFill>
                  <a:srgbClr val="FF2B79"/>
                </a:solidFill>
                <a:latin typeface="Courier New"/>
                <a:ea typeface="Courier New"/>
                <a:cs typeface="Courier New"/>
              </a:rPr>
              <a:t>RAIN HASH 0x9a33…df3a</a:t>
            </a:r>
          </a:p>
        </p:txBody>
      </p:sp>
      <p:sp>
        <p:nvSpPr>
          <p:cNvPr id="68" name="registry-boundary-bg">
            <a:extLst xmlns:a="http://schemas.openxmlformats.org/drawingml/2006/main">
              <a:ext uri="{FF2B5EF4-FFF2-40B4-BE49-F238E27FC236}">
                <a16:creationId xmlns:a16="http://schemas.microsoft.com/office/drawing/2014/main" id="{920FD9CD-BEB0-4F37-9572-A13FEF311562}"/>
              </a:ext>
            </a:extLst>
          </p:cNvPr>
          <p:cNvSpPr>
            <a:spLocks xmlns:a="http://schemas.openxmlformats.org/drawingml/2006/main" noGrp="1"/>
          </p:cNvSpPr>
          <p:nvPr/>
        </p:nvSpPr>
        <p:spPr>
          <a:xfrm xmlns:a="http://schemas.openxmlformats.org/drawingml/2006/main">
            <a:off x="419100" y="5600700"/>
            <a:ext cx="11391900" cy="400050"/>
          </a:xfrm>
          <a:prstGeom xmlns:a="http://schemas.openxmlformats.org/drawingml/2006/main" prst="rect">
            <a:avLst/>
          </a:prstGeom>
          <a:solidFill xmlns:a="http://schemas.openxmlformats.org/drawingml/2006/main">
            <a:srgbClr val="2A101A"/>
          </a:solidFill>
          <a:ln xmlns:a="http://schemas.openxmlformats.org/drawingml/2006/main" w="11430">
            <a:solidFill>
              <a:srgbClr val="FF2B79"/>
            </a:solidFill>
            <a:prstDash val="solid"/>
          </a:ln>
        </p:spPr>
      </p:sp>
      <p:sp>
        <p:nvSpPr>
          <p:cNvPr id="69" name="registry-proof-label">
            <a:extLst xmlns:a="http://schemas.openxmlformats.org/drawingml/2006/main">
              <a:ext uri="{FF2B5EF4-FFF2-40B4-BE49-F238E27FC236}">
                <a16:creationId xmlns:a16="http://schemas.microsoft.com/office/drawing/2014/main" id="{F6346DC9-9BF8-4476-AC5E-D6EA0B0DCF30}"/>
              </a:ext>
            </a:extLst>
          </p:cNvPr>
          <p:cNvSpPr>
            <a:spLocks xmlns:a="http://schemas.openxmlformats.org/drawingml/2006/main" noGrp="1"/>
          </p:cNvSpPr>
          <p:nvPr/>
        </p:nvSpPr>
        <p:spPr>
          <a:xfrm xmlns:a="http://schemas.openxmlformats.org/drawingml/2006/main">
            <a:off x="590550" y="57054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75" b="1">
                <a:solidFill>
                  <a:srgbClr val="D3D1C8"/>
                </a:solidFill>
                <a:latin typeface="Courier New"/>
                <a:ea typeface="Courier New"/>
                <a:cs typeface="Courier New"/>
              </a:defRPr>
            </a:pPr>
            <a:r>
              <a:rPr sz="975" b="1">
                <a:solidFill>
                  <a:srgbClr val="D3D1C8"/>
                </a:solidFill>
                <a:latin typeface="Courier New"/>
                <a:ea typeface="Courier New"/>
                <a:cs typeface="Courier New"/>
              </a:rPr>
              <a:t>CURRENT-CHAIN READS · FINALIZED OPERATOR CLAIMS</a:t>
            </a:r>
          </a:p>
        </p:txBody>
      </p:sp>
      <p:sp>
        <p:nvSpPr>
          <p:cNvPr id="70" name="registry-boundary">
            <a:extLst xmlns:a="http://schemas.openxmlformats.org/drawingml/2006/main">
              <a:ext uri="{FF2B5EF4-FFF2-40B4-BE49-F238E27FC236}">
                <a16:creationId xmlns:a16="http://schemas.microsoft.com/office/drawing/2014/main" id="{0B101451-BC20-45CE-A98F-D8347621AFD3}"/>
              </a:ext>
            </a:extLst>
          </p:cNvPr>
          <p:cNvSpPr>
            <a:spLocks xmlns:a="http://schemas.openxmlformats.org/drawingml/2006/main" noGrp="1"/>
          </p:cNvSpPr>
          <p:nvPr/>
        </p:nvSpPr>
        <p:spPr>
          <a:xfrm xmlns:a="http://schemas.openxmlformats.org/drawingml/2006/main">
            <a:off x="5314950" y="5705475"/>
            <a:ext cx="6267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FF2B79"/>
                </a:solidFill>
                <a:latin typeface="Courier New"/>
                <a:ea typeface="Courier New"/>
                <a:cs typeface="Courier New"/>
              </a:defRPr>
            </a:pPr>
            <a:r>
              <a:rPr sz="975" b="1">
                <a:solidFill>
                  <a:srgbClr val="FF2B79"/>
                </a:solidFill>
                <a:latin typeface="Courier New"/>
                <a:ea typeface="Courier New"/>
                <a:cs typeface="Courier New"/>
              </a:rPr>
              <a:t>NOT CUSTODY · NOT A RAIN ORACLE · NOT SELLER VISIBILITY</a:t>
            </a:r>
          </a:p>
        </p:txBody>
      </p:sp>
    </p:spTree>
    <p:extLst>
      <p:ext uri="{BB962C8B-B14F-4D97-AF65-F5344CB8AC3E}">
        <p14:creationId xmlns:p14="http://schemas.microsoft.com/office/powerpoint/2010/main" val="1910766590"/>
      </p:ext>
    </p:extLst>
  </p:cSld>
</p:sld>
</file>

<file path=ppt/slides/slide4.xml><?xml version="1.0" encoding="utf-8"?>
<p:sld xmlns:p="http://schemas.openxmlformats.org/presentationml/2006/main">
  <p:cSld>
    <p:bg>
      <p:bgPr>
        <a:solidFill xmlns:a="http://schemas.openxmlformats.org/drawingml/2006/main">
          <a:srgbClr val="080A09"/>
        </a:solidFill>
      </p:bgPr>
    </p:bg>
    <p:spTree>
      <p:nvGrpSpPr>
        <p:cNvPr id="1" name=""/>
        <p:cNvGrpSpPr/>
        <p:nvPr/>
      </p:nvGrpSpPr>
      <p:grpSpPr>
        <a:xfrm xmlns:a="http://schemas.openxmlformats.org/drawingml/2006/main"/>
      </p:grpSpPr>
      <p:sp>
        <p:nvSpPr>
          <p:cNvPr id="71" name="grid-v-40">
            <a:extLst xmlns:a="http://schemas.openxmlformats.org/drawingml/2006/main">
              <a:ext uri="{FF2B5EF4-FFF2-40B4-BE49-F238E27FC236}">
                <a16:creationId xmlns:a16="http://schemas.microsoft.com/office/drawing/2014/main" id="{0F282B68-6026-4320-AD5B-B19F12D19C91}"/>
              </a:ext>
            </a:extLst>
          </p:cNvPr>
          <p:cNvSpPr>
            <a:spLocks xmlns:a="http://schemas.openxmlformats.org/drawingml/2006/main" noGrp="1"/>
          </p:cNvSpPr>
          <p:nvPr/>
        </p:nvSpPr>
        <p:spPr>
          <a:xfrm xmlns:a="http://schemas.openxmlformats.org/drawingml/2006/main">
            <a:off x="381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 name="grid-v-104">
            <a:extLst xmlns:a="http://schemas.openxmlformats.org/drawingml/2006/main">
              <a:ext uri="{FF2B5EF4-FFF2-40B4-BE49-F238E27FC236}">
                <a16:creationId xmlns:a16="http://schemas.microsoft.com/office/drawing/2014/main" id="{AEF2E912-A117-448D-8E84-BC3FB3DA02F4}"/>
              </a:ext>
            </a:extLst>
          </p:cNvPr>
          <p:cNvSpPr>
            <a:spLocks xmlns:a="http://schemas.openxmlformats.org/drawingml/2006/main" noGrp="1"/>
          </p:cNvSpPr>
          <p:nvPr/>
        </p:nvSpPr>
        <p:spPr>
          <a:xfrm xmlns:a="http://schemas.openxmlformats.org/drawingml/2006/main">
            <a:off x="990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3" name="grid-v-168">
            <a:extLst xmlns:a="http://schemas.openxmlformats.org/drawingml/2006/main">
              <a:ext uri="{FF2B5EF4-FFF2-40B4-BE49-F238E27FC236}">
                <a16:creationId xmlns:a16="http://schemas.microsoft.com/office/drawing/2014/main" id="{6D89343F-CE2D-439C-BD4A-B5102341FF1D}"/>
              </a:ext>
            </a:extLst>
          </p:cNvPr>
          <p:cNvSpPr>
            <a:spLocks xmlns:a="http://schemas.openxmlformats.org/drawingml/2006/main" noGrp="1"/>
          </p:cNvSpPr>
          <p:nvPr/>
        </p:nvSpPr>
        <p:spPr>
          <a:xfrm xmlns:a="http://schemas.openxmlformats.org/drawingml/2006/main">
            <a:off x="1600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4" name="grid-v-232">
            <a:extLst xmlns:a="http://schemas.openxmlformats.org/drawingml/2006/main">
              <a:ext uri="{FF2B5EF4-FFF2-40B4-BE49-F238E27FC236}">
                <a16:creationId xmlns:a16="http://schemas.microsoft.com/office/drawing/2014/main" id="{CFD76E2E-EC97-46B5-893F-BE45192A8E3D}"/>
              </a:ext>
            </a:extLst>
          </p:cNvPr>
          <p:cNvSpPr>
            <a:spLocks xmlns:a="http://schemas.openxmlformats.org/drawingml/2006/main" noGrp="1"/>
          </p:cNvSpPr>
          <p:nvPr/>
        </p:nvSpPr>
        <p:spPr>
          <a:xfrm xmlns:a="http://schemas.openxmlformats.org/drawingml/2006/main">
            <a:off x="2209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5" name="grid-v-296">
            <a:extLst xmlns:a="http://schemas.openxmlformats.org/drawingml/2006/main">
              <a:ext uri="{FF2B5EF4-FFF2-40B4-BE49-F238E27FC236}">
                <a16:creationId xmlns:a16="http://schemas.microsoft.com/office/drawing/2014/main" id="{AC79CE5B-DD89-4A52-87A4-6E847EF61414}"/>
              </a:ext>
            </a:extLst>
          </p:cNvPr>
          <p:cNvSpPr>
            <a:spLocks xmlns:a="http://schemas.openxmlformats.org/drawingml/2006/main" noGrp="1"/>
          </p:cNvSpPr>
          <p:nvPr/>
        </p:nvSpPr>
        <p:spPr>
          <a:xfrm xmlns:a="http://schemas.openxmlformats.org/drawingml/2006/main">
            <a:off x="2819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6" name="grid-v-360">
            <a:extLst xmlns:a="http://schemas.openxmlformats.org/drawingml/2006/main">
              <a:ext uri="{FF2B5EF4-FFF2-40B4-BE49-F238E27FC236}">
                <a16:creationId xmlns:a16="http://schemas.microsoft.com/office/drawing/2014/main" id="{DBC880E9-CB58-47E8-93D2-D74A072DB1FA}"/>
              </a:ext>
            </a:extLst>
          </p:cNvPr>
          <p:cNvSpPr>
            <a:spLocks xmlns:a="http://schemas.openxmlformats.org/drawingml/2006/main" noGrp="1"/>
          </p:cNvSpPr>
          <p:nvPr/>
        </p:nvSpPr>
        <p:spPr>
          <a:xfrm xmlns:a="http://schemas.openxmlformats.org/drawingml/2006/main">
            <a:off x="3429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7" name="grid-v-424">
            <a:extLst xmlns:a="http://schemas.openxmlformats.org/drawingml/2006/main">
              <a:ext uri="{FF2B5EF4-FFF2-40B4-BE49-F238E27FC236}">
                <a16:creationId xmlns:a16="http://schemas.microsoft.com/office/drawing/2014/main" id="{B6B2AEE4-3477-42FA-9B74-A6C78A721760}"/>
              </a:ext>
            </a:extLst>
          </p:cNvPr>
          <p:cNvSpPr>
            <a:spLocks xmlns:a="http://schemas.openxmlformats.org/drawingml/2006/main" noGrp="1"/>
          </p:cNvSpPr>
          <p:nvPr/>
        </p:nvSpPr>
        <p:spPr>
          <a:xfrm xmlns:a="http://schemas.openxmlformats.org/drawingml/2006/main">
            <a:off x="4038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8" name="grid-v-488">
            <a:extLst xmlns:a="http://schemas.openxmlformats.org/drawingml/2006/main">
              <a:ext uri="{FF2B5EF4-FFF2-40B4-BE49-F238E27FC236}">
                <a16:creationId xmlns:a16="http://schemas.microsoft.com/office/drawing/2014/main" id="{7D706EB8-E4A2-4494-B5FA-4D216B68EF4C}"/>
              </a:ext>
            </a:extLst>
          </p:cNvPr>
          <p:cNvSpPr>
            <a:spLocks xmlns:a="http://schemas.openxmlformats.org/drawingml/2006/main" noGrp="1"/>
          </p:cNvSpPr>
          <p:nvPr/>
        </p:nvSpPr>
        <p:spPr>
          <a:xfrm xmlns:a="http://schemas.openxmlformats.org/drawingml/2006/main">
            <a:off x="4648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9" name="grid-v-552">
            <a:extLst xmlns:a="http://schemas.openxmlformats.org/drawingml/2006/main">
              <a:ext uri="{FF2B5EF4-FFF2-40B4-BE49-F238E27FC236}">
                <a16:creationId xmlns:a16="http://schemas.microsoft.com/office/drawing/2014/main" id="{FB2B59F5-FA73-4426-9728-93266B60B55B}"/>
              </a:ext>
            </a:extLst>
          </p:cNvPr>
          <p:cNvSpPr>
            <a:spLocks xmlns:a="http://schemas.openxmlformats.org/drawingml/2006/main" noGrp="1"/>
          </p:cNvSpPr>
          <p:nvPr/>
        </p:nvSpPr>
        <p:spPr>
          <a:xfrm xmlns:a="http://schemas.openxmlformats.org/drawingml/2006/main">
            <a:off x="5257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0" name="grid-v-616">
            <a:extLst xmlns:a="http://schemas.openxmlformats.org/drawingml/2006/main">
              <a:ext uri="{FF2B5EF4-FFF2-40B4-BE49-F238E27FC236}">
                <a16:creationId xmlns:a16="http://schemas.microsoft.com/office/drawing/2014/main" id="{86FF5569-6FBF-4C3F-BF9C-154E88F2642E}"/>
              </a:ext>
            </a:extLst>
          </p:cNvPr>
          <p:cNvSpPr>
            <a:spLocks xmlns:a="http://schemas.openxmlformats.org/drawingml/2006/main" noGrp="1"/>
          </p:cNvSpPr>
          <p:nvPr/>
        </p:nvSpPr>
        <p:spPr>
          <a:xfrm xmlns:a="http://schemas.openxmlformats.org/drawingml/2006/main">
            <a:off x="5867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1" name="grid-v-680">
            <a:extLst xmlns:a="http://schemas.openxmlformats.org/drawingml/2006/main">
              <a:ext uri="{FF2B5EF4-FFF2-40B4-BE49-F238E27FC236}">
                <a16:creationId xmlns:a16="http://schemas.microsoft.com/office/drawing/2014/main" id="{24630DB2-7312-4BF0-94DF-7EECE4194ADC}"/>
              </a:ext>
            </a:extLst>
          </p:cNvPr>
          <p:cNvSpPr>
            <a:spLocks xmlns:a="http://schemas.openxmlformats.org/drawingml/2006/main" noGrp="1"/>
          </p:cNvSpPr>
          <p:nvPr/>
        </p:nvSpPr>
        <p:spPr>
          <a:xfrm xmlns:a="http://schemas.openxmlformats.org/drawingml/2006/main">
            <a:off x="6477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2" name="grid-v-744">
            <a:extLst xmlns:a="http://schemas.openxmlformats.org/drawingml/2006/main">
              <a:ext uri="{FF2B5EF4-FFF2-40B4-BE49-F238E27FC236}">
                <a16:creationId xmlns:a16="http://schemas.microsoft.com/office/drawing/2014/main" id="{2EE5AF09-C470-460C-826C-839F6DB604B6}"/>
              </a:ext>
            </a:extLst>
          </p:cNvPr>
          <p:cNvSpPr>
            <a:spLocks xmlns:a="http://schemas.openxmlformats.org/drawingml/2006/main" noGrp="1"/>
          </p:cNvSpPr>
          <p:nvPr/>
        </p:nvSpPr>
        <p:spPr>
          <a:xfrm xmlns:a="http://schemas.openxmlformats.org/drawingml/2006/main">
            <a:off x="7086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3" name="grid-v-808">
            <a:extLst xmlns:a="http://schemas.openxmlformats.org/drawingml/2006/main">
              <a:ext uri="{FF2B5EF4-FFF2-40B4-BE49-F238E27FC236}">
                <a16:creationId xmlns:a16="http://schemas.microsoft.com/office/drawing/2014/main" id="{EC37D1D0-EC66-4815-98B5-89AD2E75FD9A}"/>
              </a:ext>
            </a:extLst>
          </p:cNvPr>
          <p:cNvSpPr>
            <a:spLocks xmlns:a="http://schemas.openxmlformats.org/drawingml/2006/main" noGrp="1"/>
          </p:cNvSpPr>
          <p:nvPr/>
        </p:nvSpPr>
        <p:spPr>
          <a:xfrm xmlns:a="http://schemas.openxmlformats.org/drawingml/2006/main">
            <a:off x="7696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4" name="grid-v-872">
            <a:extLst xmlns:a="http://schemas.openxmlformats.org/drawingml/2006/main">
              <a:ext uri="{FF2B5EF4-FFF2-40B4-BE49-F238E27FC236}">
                <a16:creationId xmlns:a16="http://schemas.microsoft.com/office/drawing/2014/main" id="{EAAC1BA5-DA1B-44FD-900E-C36A3DE0A409}"/>
              </a:ext>
            </a:extLst>
          </p:cNvPr>
          <p:cNvSpPr>
            <a:spLocks xmlns:a="http://schemas.openxmlformats.org/drawingml/2006/main" noGrp="1"/>
          </p:cNvSpPr>
          <p:nvPr/>
        </p:nvSpPr>
        <p:spPr>
          <a:xfrm xmlns:a="http://schemas.openxmlformats.org/drawingml/2006/main">
            <a:off x="8305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5" name="grid-v-936">
            <a:extLst xmlns:a="http://schemas.openxmlformats.org/drawingml/2006/main">
              <a:ext uri="{FF2B5EF4-FFF2-40B4-BE49-F238E27FC236}">
                <a16:creationId xmlns:a16="http://schemas.microsoft.com/office/drawing/2014/main" id="{435F4471-3DC6-4E8D-9A66-44B010FA14F3}"/>
              </a:ext>
            </a:extLst>
          </p:cNvPr>
          <p:cNvSpPr>
            <a:spLocks xmlns:a="http://schemas.openxmlformats.org/drawingml/2006/main" noGrp="1"/>
          </p:cNvSpPr>
          <p:nvPr/>
        </p:nvSpPr>
        <p:spPr>
          <a:xfrm xmlns:a="http://schemas.openxmlformats.org/drawingml/2006/main">
            <a:off x="8915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6" name="grid-v-1000">
            <a:extLst xmlns:a="http://schemas.openxmlformats.org/drawingml/2006/main">
              <a:ext uri="{FF2B5EF4-FFF2-40B4-BE49-F238E27FC236}">
                <a16:creationId xmlns:a16="http://schemas.microsoft.com/office/drawing/2014/main" id="{6AB878EB-8B1F-47E3-A510-8EB933879E4F}"/>
              </a:ext>
            </a:extLst>
          </p:cNvPr>
          <p:cNvSpPr>
            <a:spLocks xmlns:a="http://schemas.openxmlformats.org/drawingml/2006/main" noGrp="1"/>
          </p:cNvSpPr>
          <p:nvPr/>
        </p:nvSpPr>
        <p:spPr>
          <a:xfrm xmlns:a="http://schemas.openxmlformats.org/drawingml/2006/main">
            <a:off x="9525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7" name="grid-v-1064">
            <a:extLst xmlns:a="http://schemas.openxmlformats.org/drawingml/2006/main">
              <a:ext uri="{FF2B5EF4-FFF2-40B4-BE49-F238E27FC236}">
                <a16:creationId xmlns:a16="http://schemas.microsoft.com/office/drawing/2014/main" id="{D4CBDAB9-C235-4719-97A9-9E66F919424A}"/>
              </a:ext>
            </a:extLst>
          </p:cNvPr>
          <p:cNvSpPr>
            <a:spLocks xmlns:a="http://schemas.openxmlformats.org/drawingml/2006/main" noGrp="1"/>
          </p:cNvSpPr>
          <p:nvPr/>
        </p:nvSpPr>
        <p:spPr>
          <a:xfrm xmlns:a="http://schemas.openxmlformats.org/drawingml/2006/main">
            <a:off x="10134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8" name="grid-v-1128">
            <a:extLst xmlns:a="http://schemas.openxmlformats.org/drawingml/2006/main">
              <a:ext uri="{FF2B5EF4-FFF2-40B4-BE49-F238E27FC236}">
                <a16:creationId xmlns:a16="http://schemas.microsoft.com/office/drawing/2014/main" id="{EA2D421D-9EBB-4725-BB39-09B468D641DF}"/>
              </a:ext>
            </a:extLst>
          </p:cNvPr>
          <p:cNvSpPr>
            <a:spLocks xmlns:a="http://schemas.openxmlformats.org/drawingml/2006/main" noGrp="1"/>
          </p:cNvSpPr>
          <p:nvPr/>
        </p:nvSpPr>
        <p:spPr>
          <a:xfrm xmlns:a="http://schemas.openxmlformats.org/drawingml/2006/main">
            <a:off x="10744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9" name="grid-v-1192">
            <a:extLst xmlns:a="http://schemas.openxmlformats.org/drawingml/2006/main">
              <a:ext uri="{FF2B5EF4-FFF2-40B4-BE49-F238E27FC236}">
                <a16:creationId xmlns:a16="http://schemas.microsoft.com/office/drawing/2014/main" id="{100A1D4D-596E-4341-90D3-66EB3C24B584}"/>
              </a:ext>
            </a:extLst>
          </p:cNvPr>
          <p:cNvSpPr>
            <a:spLocks xmlns:a="http://schemas.openxmlformats.org/drawingml/2006/main" noGrp="1"/>
          </p:cNvSpPr>
          <p:nvPr/>
        </p:nvSpPr>
        <p:spPr>
          <a:xfrm xmlns:a="http://schemas.openxmlformats.org/drawingml/2006/main">
            <a:off x="11353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0" name="grid-h-112">
            <a:extLst xmlns:a="http://schemas.openxmlformats.org/drawingml/2006/main">
              <a:ext uri="{FF2B5EF4-FFF2-40B4-BE49-F238E27FC236}">
                <a16:creationId xmlns:a16="http://schemas.microsoft.com/office/drawing/2014/main" id="{DFB025D5-40C2-422D-9E50-2094ED741AD9}"/>
              </a:ext>
            </a:extLst>
          </p:cNvPr>
          <p:cNvSpPr>
            <a:spLocks xmlns:a="http://schemas.openxmlformats.org/drawingml/2006/main" noGrp="1"/>
          </p:cNvSpPr>
          <p:nvPr/>
        </p:nvSpPr>
        <p:spPr>
          <a:xfrm xmlns:a="http://schemas.openxmlformats.org/drawingml/2006/main">
            <a:off x="381000" y="1066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1" name="grid-h-176">
            <a:extLst xmlns:a="http://schemas.openxmlformats.org/drawingml/2006/main">
              <a:ext uri="{FF2B5EF4-FFF2-40B4-BE49-F238E27FC236}">
                <a16:creationId xmlns:a16="http://schemas.microsoft.com/office/drawing/2014/main" id="{C7FCC9D4-AE6F-4764-A4D9-980B5D2D13DD}"/>
              </a:ext>
            </a:extLst>
          </p:cNvPr>
          <p:cNvSpPr>
            <a:spLocks xmlns:a="http://schemas.openxmlformats.org/drawingml/2006/main" noGrp="1"/>
          </p:cNvSpPr>
          <p:nvPr/>
        </p:nvSpPr>
        <p:spPr>
          <a:xfrm xmlns:a="http://schemas.openxmlformats.org/drawingml/2006/main">
            <a:off x="381000" y="1676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2" name="grid-h-240">
            <a:extLst xmlns:a="http://schemas.openxmlformats.org/drawingml/2006/main">
              <a:ext uri="{FF2B5EF4-FFF2-40B4-BE49-F238E27FC236}">
                <a16:creationId xmlns:a16="http://schemas.microsoft.com/office/drawing/2014/main" id="{A34E7420-D46E-47FE-A2F6-723DE964AA91}"/>
              </a:ext>
            </a:extLst>
          </p:cNvPr>
          <p:cNvSpPr>
            <a:spLocks xmlns:a="http://schemas.openxmlformats.org/drawingml/2006/main" noGrp="1"/>
          </p:cNvSpPr>
          <p:nvPr/>
        </p:nvSpPr>
        <p:spPr>
          <a:xfrm xmlns:a="http://schemas.openxmlformats.org/drawingml/2006/main">
            <a:off x="381000" y="2286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3" name="grid-h-304">
            <a:extLst xmlns:a="http://schemas.openxmlformats.org/drawingml/2006/main">
              <a:ext uri="{FF2B5EF4-FFF2-40B4-BE49-F238E27FC236}">
                <a16:creationId xmlns:a16="http://schemas.microsoft.com/office/drawing/2014/main" id="{384BF935-678C-4E81-821A-9C65C3528DF4}"/>
              </a:ext>
            </a:extLst>
          </p:cNvPr>
          <p:cNvSpPr>
            <a:spLocks xmlns:a="http://schemas.openxmlformats.org/drawingml/2006/main" noGrp="1"/>
          </p:cNvSpPr>
          <p:nvPr/>
        </p:nvSpPr>
        <p:spPr>
          <a:xfrm xmlns:a="http://schemas.openxmlformats.org/drawingml/2006/main">
            <a:off x="381000" y="2895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4" name="grid-h-368">
            <a:extLst xmlns:a="http://schemas.openxmlformats.org/drawingml/2006/main">
              <a:ext uri="{FF2B5EF4-FFF2-40B4-BE49-F238E27FC236}">
                <a16:creationId xmlns:a16="http://schemas.microsoft.com/office/drawing/2014/main" id="{FD74EF66-1F16-437E-9383-3526597508A3}"/>
              </a:ext>
            </a:extLst>
          </p:cNvPr>
          <p:cNvSpPr>
            <a:spLocks xmlns:a="http://schemas.openxmlformats.org/drawingml/2006/main" noGrp="1"/>
          </p:cNvSpPr>
          <p:nvPr/>
        </p:nvSpPr>
        <p:spPr>
          <a:xfrm xmlns:a="http://schemas.openxmlformats.org/drawingml/2006/main">
            <a:off x="381000" y="35052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5" name="grid-h-432">
            <a:extLst xmlns:a="http://schemas.openxmlformats.org/drawingml/2006/main">
              <a:ext uri="{FF2B5EF4-FFF2-40B4-BE49-F238E27FC236}">
                <a16:creationId xmlns:a16="http://schemas.microsoft.com/office/drawing/2014/main" id="{AD62503C-CFE8-4C73-8B00-69966F116345}"/>
              </a:ext>
            </a:extLst>
          </p:cNvPr>
          <p:cNvSpPr>
            <a:spLocks xmlns:a="http://schemas.openxmlformats.org/drawingml/2006/main" noGrp="1"/>
          </p:cNvSpPr>
          <p:nvPr/>
        </p:nvSpPr>
        <p:spPr>
          <a:xfrm xmlns:a="http://schemas.openxmlformats.org/drawingml/2006/main">
            <a:off x="381000" y="4114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6" name="grid-h-496">
            <a:extLst xmlns:a="http://schemas.openxmlformats.org/drawingml/2006/main">
              <a:ext uri="{FF2B5EF4-FFF2-40B4-BE49-F238E27FC236}">
                <a16:creationId xmlns:a16="http://schemas.microsoft.com/office/drawing/2014/main" id="{9C4EB73E-6EC8-4ABD-AAED-50CF58AFDE13}"/>
              </a:ext>
            </a:extLst>
          </p:cNvPr>
          <p:cNvSpPr>
            <a:spLocks xmlns:a="http://schemas.openxmlformats.org/drawingml/2006/main" noGrp="1"/>
          </p:cNvSpPr>
          <p:nvPr/>
        </p:nvSpPr>
        <p:spPr>
          <a:xfrm xmlns:a="http://schemas.openxmlformats.org/drawingml/2006/main">
            <a:off x="381000" y="4724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7" name="grid-h-560">
            <a:extLst xmlns:a="http://schemas.openxmlformats.org/drawingml/2006/main">
              <a:ext uri="{FF2B5EF4-FFF2-40B4-BE49-F238E27FC236}">
                <a16:creationId xmlns:a16="http://schemas.microsoft.com/office/drawing/2014/main" id="{7D7A134C-4DE3-43DC-9786-4F899C225D20}"/>
              </a:ext>
            </a:extLst>
          </p:cNvPr>
          <p:cNvSpPr>
            <a:spLocks xmlns:a="http://schemas.openxmlformats.org/drawingml/2006/main" noGrp="1"/>
          </p:cNvSpPr>
          <p:nvPr/>
        </p:nvSpPr>
        <p:spPr>
          <a:xfrm xmlns:a="http://schemas.openxmlformats.org/drawingml/2006/main">
            <a:off x="381000" y="5334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8" name="grid-h-624">
            <a:extLst xmlns:a="http://schemas.openxmlformats.org/drawingml/2006/main">
              <a:ext uri="{FF2B5EF4-FFF2-40B4-BE49-F238E27FC236}">
                <a16:creationId xmlns:a16="http://schemas.microsoft.com/office/drawing/2014/main" id="{8CF6F503-5035-4042-B58B-0BF10CFC25A0}"/>
              </a:ext>
            </a:extLst>
          </p:cNvPr>
          <p:cNvSpPr>
            <a:spLocks xmlns:a="http://schemas.openxmlformats.org/drawingml/2006/main" noGrp="1"/>
          </p:cNvSpPr>
          <p:nvPr/>
        </p:nvSpPr>
        <p:spPr>
          <a:xfrm xmlns:a="http://schemas.openxmlformats.org/drawingml/2006/main">
            <a:off x="381000" y="5943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9" name="top-rule">
            <a:extLst xmlns:a="http://schemas.openxmlformats.org/drawingml/2006/main">
              <a:ext uri="{FF2B5EF4-FFF2-40B4-BE49-F238E27FC236}">
                <a16:creationId xmlns:a16="http://schemas.microsoft.com/office/drawing/2014/main" id="{6FC19DFA-221E-4D03-8A9C-907B61902F25}"/>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30" name="wordmark">
            <a:extLst xmlns:a="http://schemas.openxmlformats.org/drawingml/2006/main">
              <a:ext uri="{FF2B5EF4-FFF2-40B4-BE49-F238E27FC236}">
                <a16:creationId xmlns:a16="http://schemas.microsoft.com/office/drawing/2014/main" id="{041748AF-F386-4245-B077-2BE9069E7146}"/>
              </a:ext>
            </a:extLst>
          </p:cNvPr>
          <p:cNvSpPr>
            <a:spLocks xmlns:a="http://schemas.openxmlformats.org/drawingml/2006/main" noGrp="1"/>
          </p:cNvSpPr>
          <p:nvPr/>
        </p:nvSpPr>
        <p:spPr>
          <a:xfrm xmlns:a="http://schemas.openxmlformats.org/drawingml/2006/main">
            <a:off x="381000" y="2286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F1EFE5"/>
                </a:solidFill>
                <a:latin typeface="Arial Black"/>
                <a:ea typeface="Arial Black"/>
                <a:cs typeface="Arial Black"/>
              </a:defRPr>
            </a:pPr>
            <a:r>
              <a:rPr sz="2550" b="1">
                <a:solidFill>
                  <a:srgbClr val="F1EFE5"/>
                </a:solidFill>
                <a:latin typeface="Arial Black"/>
                <a:ea typeface="Arial Black"/>
                <a:cs typeface="Arial Black"/>
              </a:rPr>
              <a:t>POOL</a:t>
            </a:r>
          </a:p>
        </p:txBody>
      </p:sp>
      <p:sp>
        <p:nvSpPr>
          <p:cNvPr id="31" name="environment-label">
            <a:extLst xmlns:a="http://schemas.openxmlformats.org/drawingml/2006/main">
              <a:ext uri="{FF2B5EF4-FFF2-40B4-BE49-F238E27FC236}">
                <a16:creationId xmlns:a16="http://schemas.microsoft.com/office/drawing/2014/main" id="{A76E1AF8-B9B2-47CC-AA46-F5712C1C36DB}"/>
              </a:ext>
            </a:extLst>
          </p:cNvPr>
          <p:cNvSpPr>
            <a:spLocks xmlns:a="http://schemas.openxmlformats.org/drawingml/2006/main" noGrp="1"/>
          </p:cNvSpPr>
          <p:nvPr/>
        </p:nvSpPr>
        <p:spPr>
          <a:xfrm xmlns:a="http://schemas.openxmlformats.org/drawingml/2006/main">
            <a:off x="4705350" y="352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SELLER PILOT · SIMULATED COMPETITION</a:t>
            </a:r>
          </a:p>
        </p:txBody>
      </p:sp>
      <p:sp>
        <p:nvSpPr>
          <p:cNvPr id="32" name="slide-index">
            <a:extLst xmlns:a="http://schemas.openxmlformats.org/drawingml/2006/main">
              <a:ext uri="{FF2B5EF4-FFF2-40B4-BE49-F238E27FC236}">
                <a16:creationId xmlns:a16="http://schemas.microsoft.com/office/drawing/2014/main" id="{35CB92D4-2E5A-4244-AFFA-D068B61A85E1}"/>
              </a:ext>
            </a:extLst>
          </p:cNvPr>
          <p:cNvSpPr>
            <a:spLocks xmlns:a="http://schemas.openxmlformats.org/drawingml/2006/main" noGrp="1"/>
          </p:cNvSpPr>
          <p:nvPr/>
        </p:nvSpPr>
        <p:spPr>
          <a:xfrm xmlns:a="http://schemas.openxmlformats.org/drawingml/2006/main">
            <a:off x="10572750" y="352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04 / 06</a:t>
            </a:r>
          </a:p>
        </p:txBody>
      </p:sp>
      <p:sp>
        <p:nvSpPr>
          <p:cNvPr id="33" name="event-footer">
            <a:extLst xmlns:a="http://schemas.openxmlformats.org/drawingml/2006/main">
              <a:ext uri="{FF2B5EF4-FFF2-40B4-BE49-F238E27FC236}">
                <a16:creationId xmlns:a16="http://schemas.microsoft.com/office/drawing/2014/main" id="{513E6045-E3E1-4215-8DB8-603F140D5F19}"/>
              </a:ext>
            </a:extLst>
          </p:cNvPr>
          <p:cNvSpPr>
            <a:spLocks xmlns:a="http://schemas.openxmlformats.org/drawingml/2006/main" noGrp="1"/>
          </p:cNvSpPr>
          <p:nvPr/>
        </p:nvSpPr>
        <p:spPr>
          <a:xfrm xmlns:a="http://schemas.openxmlformats.org/drawingml/2006/main">
            <a:off x="381000" y="6467475"/>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RAINGENTIC COMMERCE · RAIN + MONAD</a:t>
            </a:r>
          </a:p>
        </p:txBody>
      </p:sp>
      <p:sp>
        <p:nvSpPr>
          <p:cNvPr id="34" name="honesty-footer">
            <a:extLst xmlns:a="http://schemas.openxmlformats.org/drawingml/2006/main">
              <a:ext uri="{FF2B5EF4-FFF2-40B4-BE49-F238E27FC236}">
                <a16:creationId xmlns:a16="http://schemas.microsoft.com/office/drawing/2014/main" id="{CA85BE8E-F4F7-4947-B82B-763D3609AAC6}"/>
              </a:ext>
            </a:extLst>
          </p:cNvPr>
          <p:cNvSpPr>
            <a:spLocks xmlns:a="http://schemas.openxmlformats.org/drawingml/2006/main" noGrp="1"/>
          </p:cNvSpPr>
          <p:nvPr/>
        </p:nvSpPr>
        <p:spPr>
          <a:xfrm xmlns:a="http://schemas.openxmlformats.org/drawingml/2006/main">
            <a:off x="6934200" y="6467475"/>
            <a:ext cx="487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SANDBOX / TESTNET CLAIMS REQUIRE RENDERED EVIDENCE</a:t>
            </a:r>
          </a:p>
        </p:txBody>
      </p:sp>
      <p:sp>
        <p:nvSpPr>
          <p:cNvPr id="35" name="eyebrow">
            <a:extLst xmlns:a="http://schemas.openxmlformats.org/drawingml/2006/main">
              <a:ext uri="{FF2B5EF4-FFF2-40B4-BE49-F238E27FC236}">
                <a16:creationId xmlns:a16="http://schemas.microsoft.com/office/drawing/2014/main" id="{4A357383-DE06-4F7A-AFCE-17653315DFF9}"/>
              </a:ext>
            </a:extLst>
          </p:cNvPr>
          <p:cNvSpPr>
            <a:spLocks xmlns:a="http://schemas.openxmlformats.org/drawingml/2006/main" noGrp="1"/>
          </p:cNvSpPr>
          <p:nvPr/>
        </p:nvSpPr>
        <p:spPr>
          <a:xfrm xmlns:a="http://schemas.openxmlformats.org/drawingml/2006/main">
            <a:off x="381000" y="1123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03 / CLEAR</a:t>
            </a:r>
          </a:p>
        </p:txBody>
      </p:sp>
      <p:sp>
        <p:nvSpPr>
          <p:cNvPr id="36" name="slide-title">
            <a:extLst xmlns:a="http://schemas.openxmlformats.org/drawingml/2006/main">
              <a:ext uri="{FF2B5EF4-FFF2-40B4-BE49-F238E27FC236}">
                <a16:creationId xmlns:a16="http://schemas.microsoft.com/office/drawing/2014/main" id="{D27B6175-E4FF-44C5-AA3E-38B09D1EA3C2}"/>
              </a:ext>
            </a:extLst>
          </p:cNvPr>
          <p:cNvSpPr>
            <a:spLocks xmlns:a="http://schemas.openxmlformats.org/drawingml/2006/main" noGrp="1"/>
          </p:cNvSpPr>
          <p:nvPr/>
        </p:nvSpPr>
        <p:spPr>
          <a:xfrm xmlns:a="http://schemas.openxmlformats.org/drawingml/2006/main">
            <a:off x="381000" y="1409700"/>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750" b="1">
                <a:solidFill>
                  <a:srgbClr val="F1EFE5"/>
                </a:solidFill>
                <a:latin typeface="Arial Black"/>
                <a:ea typeface="Arial Black"/>
                <a:cs typeface="Arial Black"/>
              </a:defRPr>
            </a:pPr>
            <a:r>
              <a:rPr sz="3750" b="1">
                <a:solidFill>
                  <a:srgbClr val="F1EFE5"/>
                </a:solidFill>
                <a:latin typeface="Arial Black"/>
                <a:ea typeface="Arial Black"/>
                <a:cs typeface="Arial Black"/>
              </a:rPr>
              <a:t>SELLERS COMPETE FOR ONE ORDER.</a:t>
            </a:r>
          </a:p>
        </p:txBody>
      </p:sp>
      <p:sp>
        <p:nvSpPr>
          <p:cNvPr id="37" name="seller-route">
            <a:extLst xmlns:a="http://schemas.openxmlformats.org/drawingml/2006/main">
              <a:ext uri="{FF2B5EF4-FFF2-40B4-BE49-F238E27FC236}">
                <a16:creationId xmlns:a16="http://schemas.microsoft.com/office/drawing/2014/main" id="{BCECD629-80DA-4BE7-B3BE-54F15F08566C}"/>
              </a:ext>
            </a:extLst>
          </p:cNvPr>
          <p:cNvSpPr>
            <a:spLocks xmlns:a="http://schemas.openxmlformats.org/drawingml/2006/main" noGrp="1"/>
          </p:cNvSpPr>
          <p:nvPr/>
        </p:nvSpPr>
        <p:spPr>
          <a:xfrm xmlns:a="http://schemas.openxmlformats.org/drawingml/2006/main">
            <a:off x="419100" y="23812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/MERCHANT</a:t>
            </a:r>
          </a:p>
        </p:txBody>
      </p:sp>
      <p:sp>
        <p:nvSpPr>
          <p:cNvPr id="38" name="frozen-quantity">
            <a:extLst xmlns:a="http://schemas.openxmlformats.org/drawingml/2006/main">
              <a:ext uri="{FF2B5EF4-FFF2-40B4-BE49-F238E27FC236}">
                <a16:creationId xmlns:a16="http://schemas.microsoft.com/office/drawing/2014/main" id="{2B45C70C-F65C-42F3-A6EF-4D741DE5F058}"/>
              </a:ext>
            </a:extLst>
          </p:cNvPr>
          <p:cNvSpPr>
            <a:spLocks xmlns:a="http://schemas.openxmlformats.org/drawingml/2006/main" noGrp="1"/>
          </p:cNvSpPr>
          <p:nvPr/>
        </p:nvSpPr>
        <p:spPr>
          <a:xfrm xmlns:a="http://schemas.openxmlformats.org/drawingml/2006/main">
            <a:off x="400050" y="2667000"/>
            <a:ext cx="1714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6900" b="1">
                <a:solidFill>
                  <a:srgbClr val="C7F52F"/>
                </a:solidFill>
                <a:latin typeface="Arial Black"/>
                <a:ea typeface="Arial Black"/>
                <a:cs typeface="Arial Black"/>
              </a:defRPr>
            </a:pPr>
            <a:r>
              <a:rPr sz="6900" b="1">
                <a:solidFill>
                  <a:srgbClr val="C7F52F"/>
                </a:solidFill>
                <a:latin typeface="Arial Black"/>
                <a:ea typeface="Arial Black"/>
                <a:cs typeface="Arial Black"/>
              </a:rPr>
              <a:t>12</a:t>
            </a:r>
          </a:p>
        </p:txBody>
      </p:sp>
      <p:sp>
        <p:nvSpPr>
          <p:cNvPr id="39" name="frozen-label">
            <a:extLst xmlns:a="http://schemas.openxmlformats.org/drawingml/2006/main">
              <a:ext uri="{FF2B5EF4-FFF2-40B4-BE49-F238E27FC236}">
                <a16:creationId xmlns:a16="http://schemas.microsoft.com/office/drawing/2014/main" id="{913796D2-D6D7-4CD4-BD62-0296AA3E6DD2}"/>
              </a:ext>
            </a:extLst>
          </p:cNvPr>
          <p:cNvSpPr>
            <a:spLocks xmlns:a="http://schemas.openxmlformats.org/drawingml/2006/main" noGrp="1"/>
          </p:cNvSpPr>
          <p:nvPr/>
        </p:nvSpPr>
        <p:spPr>
          <a:xfrm xmlns:a="http://schemas.openxmlformats.org/drawingml/2006/main">
            <a:off x="457200" y="37528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D3D1C8"/>
                </a:solidFill>
                <a:latin typeface="Courier New"/>
                <a:ea typeface="Courier New"/>
                <a:cs typeface="Courier New"/>
              </a:defRPr>
            </a:pPr>
            <a:r>
              <a:rPr sz="1275" b="0">
                <a:solidFill>
                  <a:srgbClr val="D3D1C8"/>
                </a:solidFill>
                <a:latin typeface="Courier New"/>
                <a:ea typeface="Courier New"/>
                <a:cs typeface="Courier New"/>
              </a:rPr>
              <a:t>UNITS · BLINDED RFP</a:t>
            </a:r>
          </a:p>
        </p:txBody>
      </p:sp>
      <p:sp>
        <p:nvSpPr>
          <p:cNvPr id="40" name="frozen-copy">
            <a:extLst xmlns:a="http://schemas.openxmlformats.org/drawingml/2006/main">
              <a:ext uri="{FF2B5EF4-FFF2-40B4-BE49-F238E27FC236}">
                <a16:creationId xmlns:a16="http://schemas.microsoft.com/office/drawing/2014/main" id="{B1C65158-0C6B-409D-BC21-2BFE1D78A8B5}"/>
              </a:ext>
            </a:extLst>
          </p:cNvPr>
          <p:cNvSpPr>
            <a:spLocks xmlns:a="http://schemas.openxmlformats.org/drawingml/2006/main" noGrp="1"/>
          </p:cNvSpPr>
          <p:nvPr/>
        </p:nvSpPr>
        <p:spPr>
          <a:xfrm xmlns:a="http://schemas.openxmlformats.org/drawingml/2006/main">
            <a:off x="457200" y="41719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858B84"/>
                </a:solidFill>
                <a:latin typeface="Arial"/>
                <a:ea typeface="Arial"/>
                <a:cs typeface="Arial"/>
              </a:defRPr>
            </a:pPr>
            <a:r>
              <a:rPr sz="1350" b="0">
                <a:solidFill>
                  <a:srgbClr val="858B84"/>
                </a:solidFill>
                <a:latin typeface="Arial"/>
                <a:ea typeface="Arial"/>
                <a:cs typeface="Arial"/>
              </a:rPr>
              <a:t>Quantity stays server-pinned.</a:t>
            </a:r>
          </a:p>
          <a:p xmlns:a="http://schemas.openxmlformats.org/drawingml/2006/main">
            <a:pPr algn="l">
              <a:lnSpc>
                <a:spcPct val="112000"/>
              </a:lnSpc>
              <a:buNone/>
              <a:defRPr sz="1350" b="0">
                <a:solidFill>
                  <a:srgbClr val="858B84"/>
                </a:solidFill>
                <a:latin typeface="Arial"/>
                <a:ea typeface="Arial"/>
                <a:cs typeface="Arial"/>
              </a:defRPr>
            </a:pPr>
            <a:r>
              <a:rPr sz="1350" b="0">
                <a:solidFill>
                  <a:srgbClr val="858B84"/>
                </a:solidFill>
                <a:latin typeface="Arial"/>
                <a:ea typeface="Arial"/>
                <a:cs typeface="Arial"/>
              </a:rPr>
              <a:t>Private ceilings exposed: 0.</a:t>
            </a:r>
          </a:p>
        </p:txBody>
      </p:sp>
      <p:sp>
        <p:nvSpPr>
          <p:cNvPr id="41" name="seller-live-label">
            <a:extLst xmlns:a="http://schemas.openxmlformats.org/drawingml/2006/main">
              <a:ext uri="{FF2B5EF4-FFF2-40B4-BE49-F238E27FC236}">
                <a16:creationId xmlns:a16="http://schemas.microsoft.com/office/drawing/2014/main" id="{CE12CDB8-78E4-4C7F-883F-2AC254CF6B8E}"/>
              </a:ext>
            </a:extLst>
          </p:cNvPr>
          <p:cNvSpPr>
            <a:spLocks xmlns:a="http://schemas.openxmlformats.org/drawingml/2006/main" noGrp="1"/>
          </p:cNvSpPr>
          <p:nvPr/>
        </p:nvSpPr>
        <p:spPr>
          <a:xfrm xmlns:a="http://schemas.openxmlformats.org/drawingml/2006/main">
            <a:off x="457200" y="495300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LIVE RETAILERS</a:t>
            </a:r>
          </a:p>
        </p:txBody>
      </p:sp>
      <p:sp>
        <p:nvSpPr>
          <p:cNvPr id="42" name="seller-live-value">
            <a:extLst xmlns:a="http://schemas.openxmlformats.org/drawingml/2006/main">
              <a:ext uri="{FF2B5EF4-FFF2-40B4-BE49-F238E27FC236}">
                <a16:creationId xmlns:a16="http://schemas.microsoft.com/office/drawing/2014/main" id="{2FBA08DB-4BF4-4D01-87FC-B52AD3DC6974}"/>
              </a:ext>
            </a:extLst>
          </p:cNvPr>
          <p:cNvSpPr>
            <a:spLocks xmlns:a="http://schemas.openxmlformats.org/drawingml/2006/main" noGrp="1"/>
          </p:cNvSpPr>
          <p:nvPr/>
        </p:nvSpPr>
        <p:spPr>
          <a:xfrm xmlns:a="http://schemas.openxmlformats.org/drawingml/2006/main">
            <a:off x="1943100" y="48101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400" b="1">
                <a:solidFill>
                  <a:srgbClr val="FF2B79"/>
                </a:solidFill>
                <a:latin typeface="Arial Black"/>
                <a:ea typeface="Arial Black"/>
                <a:cs typeface="Arial Black"/>
              </a:defRPr>
            </a:pPr>
            <a:r>
              <a:rPr sz="2400" b="1">
                <a:solidFill>
                  <a:srgbClr val="FF2B79"/>
                </a:solidFill>
                <a:latin typeface="Arial Black"/>
                <a:ea typeface="Arial Black"/>
                <a:cs typeface="Arial Black"/>
              </a:rPr>
              <a:t>0</a:t>
            </a:r>
          </a:p>
        </p:txBody>
      </p:sp>
      <p:sp>
        <p:nvSpPr>
          <p:cNvPr id="43" name="seller-write-label">
            <a:extLst xmlns:a="http://schemas.openxmlformats.org/drawingml/2006/main">
              <a:ext uri="{FF2B5EF4-FFF2-40B4-BE49-F238E27FC236}">
                <a16:creationId xmlns:a16="http://schemas.microsoft.com/office/drawing/2014/main" id="{EE7DCBAF-F83A-4278-9FBE-37CEA8D6FED0}"/>
              </a:ext>
            </a:extLst>
          </p:cNvPr>
          <p:cNvSpPr>
            <a:spLocks xmlns:a="http://schemas.openxmlformats.org/drawingml/2006/main" noGrp="1"/>
          </p:cNvSpPr>
          <p:nvPr/>
        </p:nvSpPr>
        <p:spPr>
          <a:xfrm xmlns:a="http://schemas.openxmlformats.org/drawingml/2006/main">
            <a:off x="457200" y="5276850"/>
            <a:ext cx="1543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EXTERNAL WRITES</a:t>
            </a:r>
          </a:p>
        </p:txBody>
      </p:sp>
      <p:sp>
        <p:nvSpPr>
          <p:cNvPr id="44" name="seller-write-value">
            <a:extLst xmlns:a="http://schemas.openxmlformats.org/drawingml/2006/main">
              <a:ext uri="{FF2B5EF4-FFF2-40B4-BE49-F238E27FC236}">
                <a16:creationId xmlns:a16="http://schemas.microsoft.com/office/drawing/2014/main" id="{99B6E84C-6B2F-422F-8AB3-C77F287541CD}"/>
              </a:ext>
            </a:extLst>
          </p:cNvPr>
          <p:cNvSpPr>
            <a:spLocks xmlns:a="http://schemas.openxmlformats.org/drawingml/2006/main" noGrp="1"/>
          </p:cNvSpPr>
          <p:nvPr/>
        </p:nvSpPr>
        <p:spPr>
          <a:xfrm xmlns:a="http://schemas.openxmlformats.org/drawingml/2006/main">
            <a:off x="1943100" y="513397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400" b="1">
                <a:solidFill>
                  <a:srgbClr val="FF2B79"/>
                </a:solidFill>
                <a:latin typeface="Arial Black"/>
                <a:ea typeface="Arial Black"/>
                <a:cs typeface="Arial Black"/>
              </a:defRPr>
            </a:pPr>
            <a:r>
              <a:rPr sz="2400" b="1">
                <a:solidFill>
                  <a:srgbClr val="FF2B79"/>
                </a:solidFill>
                <a:latin typeface="Arial Black"/>
                <a:ea typeface="Arial Black"/>
                <a:cs typeface="Arial Black"/>
              </a:rPr>
              <a:t>0</a:t>
            </a:r>
          </a:p>
        </p:txBody>
      </p:sp>
      <p:sp>
        <p:nvSpPr>
          <p:cNvPr id="45" name="market-divider">
            <a:extLst xmlns:a="http://schemas.openxmlformats.org/drawingml/2006/main">
              <a:ext uri="{FF2B5EF4-FFF2-40B4-BE49-F238E27FC236}">
                <a16:creationId xmlns:a16="http://schemas.microsoft.com/office/drawing/2014/main" id="{D005BCE6-5709-46E7-863B-04C191FCD8AF}"/>
              </a:ext>
            </a:extLst>
          </p:cNvPr>
          <p:cNvSpPr>
            <a:spLocks xmlns:a="http://schemas.openxmlformats.org/drawingml/2006/main" noGrp="1"/>
          </p:cNvSpPr>
          <p:nvPr/>
        </p:nvSpPr>
        <p:spPr>
          <a:xfrm xmlns:a="http://schemas.openxmlformats.org/drawingml/2006/main">
            <a:off x="3333750" y="2533650"/>
            <a:ext cx="0" cy="2971800"/>
          </a:xfrm>
          <a:prstGeom xmlns:a="http://schemas.openxmlformats.org/drawingml/2006/main" prst="line">
            <a:avLst/>
          </a:prstGeom>
          <a:noFill xmlns:a="http://schemas.openxmlformats.org/drawingml/2006/main"/>
          <a:ln xmlns:a="http://schemas.openxmlformats.org/drawingml/2006/main" w="14288">
            <a:solidFill>
              <a:srgbClr val="252A26"/>
            </a:solidFill>
            <a:prstDash val="solid"/>
          </a:ln>
        </p:spPr>
      </p:sp>
      <p:sp>
        <p:nvSpPr>
          <p:cNvPr id="46" name="offer-index-0">
            <a:extLst xmlns:a="http://schemas.openxmlformats.org/drawingml/2006/main">
              <a:ext uri="{FF2B5EF4-FFF2-40B4-BE49-F238E27FC236}">
                <a16:creationId xmlns:a16="http://schemas.microsoft.com/office/drawing/2014/main" id="{65D9C05E-BF28-4A43-AAA7-6DE253B114AE}"/>
              </a:ext>
            </a:extLst>
          </p:cNvPr>
          <p:cNvSpPr>
            <a:spLocks xmlns:a="http://schemas.openxmlformats.org/drawingml/2006/main" noGrp="1"/>
          </p:cNvSpPr>
          <p:nvPr/>
        </p:nvSpPr>
        <p:spPr>
          <a:xfrm xmlns:a="http://schemas.openxmlformats.org/drawingml/2006/main">
            <a:off x="3733800" y="26479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01</a:t>
            </a:r>
          </a:p>
        </p:txBody>
      </p:sp>
      <p:sp>
        <p:nvSpPr>
          <p:cNvPr id="47" name="offer-merchant-0">
            <a:extLst xmlns:a="http://schemas.openxmlformats.org/drawingml/2006/main">
              <a:ext uri="{FF2B5EF4-FFF2-40B4-BE49-F238E27FC236}">
                <a16:creationId xmlns:a16="http://schemas.microsoft.com/office/drawing/2014/main" id="{403C12A6-9C63-4D3E-A88A-55792F7BFF3E}"/>
              </a:ext>
            </a:extLst>
          </p:cNvPr>
          <p:cNvSpPr>
            <a:spLocks xmlns:a="http://schemas.openxmlformats.org/drawingml/2006/main" noGrp="1"/>
          </p:cNvSpPr>
          <p:nvPr/>
        </p:nvSpPr>
        <p:spPr>
          <a:xfrm xmlns:a="http://schemas.openxmlformats.org/drawingml/2006/main">
            <a:off x="4267200" y="2647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F1EFE5"/>
                </a:solidFill>
                <a:latin typeface="Courier New"/>
                <a:ea typeface="Courier New"/>
                <a:cs typeface="Courier New"/>
              </a:defRPr>
            </a:pPr>
            <a:r>
              <a:rPr sz="1500" b="0">
                <a:solidFill>
                  <a:srgbClr val="F1EFE5"/>
                </a:solidFill>
                <a:latin typeface="Courier New"/>
                <a:ea typeface="Courier New"/>
                <a:cs typeface="Courier New"/>
              </a:rPr>
              <a:t>SIGNAL SUPPLY</a:t>
            </a:r>
          </a:p>
        </p:txBody>
      </p:sp>
      <p:sp>
        <p:nvSpPr>
          <p:cNvPr id="48" name="offer-initial-0">
            <a:extLst xmlns:a="http://schemas.openxmlformats.org/drawingml/2006/main">
              <a:ext uri="{FF2B5EF4-FFF2-40B4-BE49-F238E27FC236}">
                <a16:creationId xmlns:a16="http://schemas.microsoft.com/office/drawing/2014/main" id="{6D18E46E-1BD9-4874-8380-1139419CA4B5}"/>
              </a:ext>
            </a:extLst>
          </p:cNvPr>
          <p:cNvSpPr>
            <a:spLocks xmlns:a="http://schemas.openxmlformats.org/drawingml/2006/main" noGrp="1"/>
          </p:cNvSpPr>
          <p:nvPr/>
        </p:nvSpPr>
        <p:spPr>
          <a:xfrm xmlns:a="http://schemas.openxmlformats.org/drawingml/2006/main">
            <a:off x="6953250" y="25717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250" b="1">
                <a:solidFill>
                  <a:srgbClr val="858B84"/>
                </a:solidFill>
                <a:latin typeface="Arial Black"/>
                <a:ea typeface="Arial Black"/>
                <a:cs typeface="Arial Black"/>
              </a:defRPr>
            </a:pPr>
            <a:r>
              <a:rPr sz="2250" b="1">
                <a:solidFill>
                  <a:srgbClr val="858B84"/>
                </a:solidFill>
                <a:latin typeface="Arial Black"/>
                <a:ea typeface="Arial Black"/>
                <a:cs typeface="Arial Black"/>
              </a:rPr>
              <a:t>$401</a:t>
            </a:r>
          </a:p>
        </p:txBody>
      </p:sp>
      <p:sp>
        <p:nvSpPr>
          <p:cNvPr id="49" name="offer-arrow-0-shaft">
            <a:extLst xmlns:a="http://schemas.openxmlformats.org/drawingml/2006/main">
              <a:ext uri="{FF2B5EF4-FFF2-40B4-BE49-F238E27FC236}">
                <a16:creationId xmlns:a16="http://schemas.microsoft.com/office/drawing/2014/main" id="{5CEE95D6-83DF-4BCA-860F-DED82D50E922}"/>
              </a:ext>
            </a:extLst>
          </p:cNvPr>
          <p:cNvSpPr>
            <a:spLocks xmlns:a="http://schemas.openxmlformats.org/drawingml/2006/main" noGrp="1"/>
          </p:cNvSpPr>
          <p:nvPr/>
        </p:nvSpPr>
        <p:spPr>
          <a:xfrm xmlns:a="http://schemas.openxmlformats.org/drawingml/2006/main">
            <a:off x="8248650" y="2752725"/>
            <a:ext cx="723900" cy="28575"/>
          </a:xfrm>
          <a:prstGeom xmlns:a="http://schemas.openxmlformats.org/drawingml/2006/main" prst="rect">
            <a:avLst/>
          </a:prstGeom>
          <a:solidFill xmlns:a="http://schemas.openxmlformats.org/drawingml/2006/main">
            <a:srgbClr val="C7F52F"/>
          </a:solidFill>
          <a:ln xmlns:a="http://schemas.openxmlformats.org/drawingml/2006/main" w="0">
            <a:noFill/>
            <a:prstDash val="solid"/>
          </a:ln>
        </p:spPr>
      </p:sp>
      <p:sp>
        <p:nvSpPr>
          <p:cNvPr id="50" name="offer-arrow-0-head">
            <a:extLst xmlns:a="http://schemas.openxmlformats.org/drawingml/2006/main">
              <a:ext uri="{FF2B5EF4-FFF2-40B4-BE49-F238E27FC236}">
                <a16:creationId xmlns:a16="http://schemas.microsoft.com/office/drawing/2014/main" id="{A2CEC9E1-DE53-42F5-8C53-4C447EE27F86}"/>
              </a:ext>
            </a:extLst>
          </p:cNvPr>
          <p:cNvSpPr>
            <a:spLocks xmlns:a="http://schemas.openxmlformats.org/drawingml/2006/main" noGrp="1"/>
          </p:cNvSpPr>
          <p:nvPr/>
        </p:nvSpPr>
        <p:spPr>
          <a:xfrm xmlns:a="http://schemas.openxmlformats.org/drawingml/2006/main">
            <a:off x="8934450" y="2676525"/>
            <a:ext cx="209550" cy="180975"/>
          </a:xfrm>
          <a:prstGeom xmlns:a="http://schemas.openxmlformats.org/drawingml/2006/main" prst="rightArrow">
            <a:avLst/>
          </a:prstGeom>
          <a:solidFill xmlns:a="http://schemas.openxmlformats.org/drawingml/2006/main">
            <a:srgbClr val="C7F52F"/>
          </a:solidFill>
          <a:ln xmlns:a="http://schemas.openxmlformats.org/drawingml/2006/main" w="0">
            <a:noFill/>
            <a:prstDash val="solid"/>
          </a:ln>
        </p:spPr>
      </p:sp>
      <p:sp>
        <p:nvSpPr>
          <p:cNvPr id="51" name="offer-final-0">
            <a:extLst xmlns:a="http://schemas.openxmlformats.org/drawingml/2006/main">
              <a:ext uri="{FF2B5EF4-FFF2-40B4-BE49-F238E27FC236}">
                <a16:creationId xmlns:a16="http://schemas.microsoft.com/office/drawing/2014/main" id="{AE20F2F9-0630-4FEC-ADB8-632433619070}"/>
              </a:ext>
            </a:extLst>
          </p:cNvPr>
          <p:cNvSpPr>
            <a:spLocks xmlns:a="http://schemas.openxmlformats.org/drawingml/2006/main" noGrp="1"/>
          </p:cNvSpPr>
          <p:nvPr/>
        </p:nvSpPr>
        <p:spPr>
          <a:xfrm xmlns:a="http://schemas.openxmlformats.org/drawingml/2006/main">
            <a:off x="9277350" y="25527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775" b="1">
                <a:solidFill>
                  <a:srgbClr val="C7F52F"/>
                </a:solidFill>
                <a:latin typeface="Arial Black"/>
                <a:ea typeface="Arial Black"/>
                <a:cs typeface="Arial Black"/>
              </a:defRPr>
            </a:pPr>
            <a:r>
              <a:rPr sz="2775" b="1">
                <a:solidFill>
                  <a:srgbClr val="C7F52F"/>
                </a:solidFill>
                <a:latin typeface="Arial Black"/>
                <a:ea typeface="Arial Black"/>
                <a:cs typeface="Arial Black"/>
              </a:rPr>
              <a:t>$389</a:t>
            </a:r>
          </a:p>
        </p:txBody>
      </p:sp>
      <p:sp>
        <p:nvSpPr>
          <p:cNvPr id="52" name="winner-label">
            <a:extLst xmlns:a="http://schemas.openxmlformats.org/drawingml/2006/main">
              <a:ext uri="{FF2B5EF4-FFF2-40B4-BE49-F238E27FC236}">
                <a16:creationId xmlns:a16="http://schemas.microsoft.com/office/drawing/2014/main" id="{DA673CD8-5C7E-454B-9E73-68027893075E}"/>
              </a:ext>
            </a:extLst>
          </p:cNvPr>
          <p:cNvSpPr>
            <a:spLocks xmlns:a="http://schemas.openxmlformats.org/drawingml/2006/main" noGrp="1"/>
          </p:cNvSpPr>
          <p:nvPr/>
        </p:nvSpPr>
        <p:spPr>
          <a:xfrm xmlns:a="http://schemas.openxmlformats.org/drawingml/2006/main">
            <a:off x="10877550" y="26670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WINNER</a:t>
            </a:r>
          </a:p>
        </p:txBody>
      </p:sp>
      <p:sp>
        <p:nvSpPr>
          <p:cNvPr id="53" name="offer-rule-0">
            <a:extLst xmlns:a="http://schemas.openxmlformats.org/drawingml/2006/main">
              <a:ext uri="{FF2B5EF4-FFF2-40B4-BE49-F238E27FC236}">
                <a16:creationId xmlns:a16="http://schemas.microsoft.com/office/drawing/2014/main" id="{925DA0D9-292D-4849-BC1E-3B5DD60DD546}"/>
              </a:ext>
            </a:extLst>
          </p:cNvPr>
          <p:cNvSpPr>
            <a:spLocks xmlns:a="http://schemas.openxmlformats.org/drawingml/2006/main" noGrp="1"/>
          </p:cNvSpPr>
          <p:nvPr/>
        </p:nvSpPr>
        <p:spPr>
          <a:xfrm xmlns:a="http://schemas.openxmlformats.org/drawingml/2006/main">
            <a:off x="3733800" y="3238500"/>
            <a:ext cx="8077200" cy="0"/>
          </a:xfrm>
          <a:prstGeom xmlns:a="http://schemas.openxmlformats.org/drawingml/2006/main" prst="line">
            <a:avLst/>
          </a:prstGeom>
          <a:noFill xmlns:a="http://schemas.openxmlformats.org/drawingml/2006/main"/>
          <a:ln xmlns:a="http://schemas.openxmlformats.org/drawingml/2006/main" w="19050">
            <a:solidFill>
              <a:srgbClr val="7C9920"/>
            </a:solidFill>
            <a:prstDash val="solid"/>
          </a:ln>
        </p:spPr>
      </p:sp>
      <p:sp>
        <p:nvSpPr>
          <p:cNvPr id="54" name="offer-index-1">
            <a:extLst xmlns:a="http://schemas.openxmlformats.org/drawingml/2006/main">
              <a:ext uri="{FF2B5EF4-FFF2-40B4-BE49-F238E27FC236}">
                <a16:creationId xmlns:a16="http://schemas.microsoft.com/office/drawing/2014/main" id="{449CDE48-094D-4376-A5B0-44592003B3EA}"/>
              </a:ext>
            </a:extLst>
          </p:cNvPr>
          <p:cNvSpPr>
            <a:spLocks xmlns:a="http://schemas.openxmlformats.org/drawingml/2006/main" noGrp="1"/>
          </p:cNvSpPr>
          <p:nvPr/>
        </p:nvSpPr>
        <p:spPr>
          <a:xfrm xmlns:a="http://schemas.openxmlformats.org/drawingml/2006/main">
            <a:off x="3733800" y="36576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02</a:t>
            </a:r>
          </a:p>
        </p:txBody>
      </p:sp>
      <p:sp>
        <p:nvSpPr>
          <p:cNvPr id="55" name="offer-merchant-1">
            <a:extLst xmlns:a="http://schemas.openxmlformats.org/drawingml/2006/main">
              <a:ext uri="{FF2B5EF4-FFF2-40B4-BE49-F238E27FC236}">
                <a16:creationId xmlns:a16="http://schemas.microsoft.com/office/drawing/2014/main" id="{BE1EDFF8-C160-4B25-AD86-5F516E23FD6D}"/>
              </a:ext>
            </a:extLst>
          </p:cNvPr>
          <p:cNvSpPr>
            <a:spLocks xmlns:a="http://schemas.openxmlformats.org/drawingml/2006/main" noGrp="1"/>
          </p:cNvSpPr>
          <p:nvPr/>
        </p:nvSpPr>
        <p:spPr>
          <a:xfrm xmlns:a="http://schemas.openxmlformats.org/drawingml/2006/main">
            <a:off x="4267200" y="36576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3D1C8"/>
                </a:solidFill>
                <a:latin typeface="Courier New"/>
                <a:ea typeface="Courier New"/>
                <a:cs typeface="Courier New"/>
              </a:defRPr>
            </a:pPr>
            <a:r>
              <a:rPr sz="1500" b="0">
                <a:solidFill>
                  <a:srgbClr val="D3D1C8"/>
                </a:solidFill>
                <a:latin typeface="Courier New"/>
                <a:ea typeface="Courier New"/>
                <a:cs typeface="Courier New"/>
              </a:rPr>
              <a:t>KEYSTONE OFFICE</a:t>
            </a:r>
          </a:p>
        </p:txBody>
      </p:sp>
      <p:sp>
        <p:nvSpPr>
          <p:cNvPr id="56" name="offer-initial-1">
            <a:extLst xmlns:a="http://schemas.openxmlformats.org/drawingml/2006/main">
              <a:ext uri="{FF2B5EF4-FFF2-40B4-BE49-F238E27FC236}">
                <a16:creationId xmlns:a16="http://schemas.microsoft.com/office/drawing/2014/main" id="{C6D83D1A-B0F1-4EE5-8B63-EC9B9169405E}"/>
              </a:ext>
            </a:extLst>
          </p:cNvPr>
          <p:cNvSpPr>
            <a:spLocks xmlns:a="http://schemas.openxmlformats.org/drawingml/2006/main" noGrp="1"/>
          </p:cNvSpPr>
          <p:nvPr/>
        </p:nvSpPr>
        <p:spPr>
          <a:xfrm xmlns:a="http://schemas.openxmlformats.org/drawingml/2006/main">
            <a:off x="6953250" y="358140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250" b="1">
                <a:solidFill>
                  <a:srgbClr val="858B84"/>
                </a:solidFill>
                <a:latin typeface="Arial Black"/>
                <a:ea typeface="Arial Black"/>
                <a:cs typeface="Arial Black"/>
              </a:defRPr>
            </a:pPr>
            <a:r>
              <a:rPr sz="2250" b="1">
                <a:solidFill>
                  <a:srgbClr val="858B84"/>
                </a:solidFill>
                <a:latin typeface="Arial Black"/>
                <a:ea typeface="Arial Black"/>
                <a:cs typeface="Arial Black"/>
              </a:rPr>
              <a:t>$405</a:t>
            </a:r>
          </a:p>
        </p:txBody>
      </p:sp>
      <p:sp>
        <p:nvSpPr>
          <p:cNvPr id="57" name="offer-arrow-1-shaft">
            <a:extLst xmlns:a="http://schemas.openxmlformats.org/drawingml/2006/main">
              <a:ext uri="{FF2B5EF4-FFF2-40B4-BE49-F238E27FC236}">
                <a16:creationId xmlns:a16="http://schemas.microsoft.com/office/drawing/2014/main" id="{A33AC764-9F36-419F-8F18-B3D2CA418698}"/>
              </a:ext>
            </a:extLst>
          </p:cNvPr>
          <p:cNvSpPr>
            <a:spLocks xmlns:a="http://schemas.openxmlformats.org/drawingml/2006/main" noGrp="1"/>
          </p:cNvSpPr>
          <p:nvPr/>
        </p:nvSpPr>
        <p:spPr>
          <a:xfrm xmlns:a="http://schemas.openxmlformats.org/drawingml/2006/main">
            <a:off x="8248650" y="3762375"/>
            <a:ext cx="723900" cy="28575"/>
          </a:xfrm>
          <a:prstGeom xmlns:a="http://schemas.openxmlformats.org/drawingml/2006/main" prst="rect">
            <a:avLst/>
          </a:prstGeom>
          <a:solidFill xmlns:a="http://schemas.openxmlformats.org/drawingml/2006/main">
            <a:srgbClr val="252A26"/>
          </a:solidFill>
          <a:ln xmlns:a="http://schemas.openxmlformats.org/drawingml/2006/main" w="0">
            <a:noFill/>
            <a:prstDash val="solid"/>
          </a:ln>
        </p:spPr>
      </p:sp>
      <p:sp>
        <p:nvSpPr>
          <p:cNvPr id="58" name="offer-arrow-1-head">
            <a:extLst xmlns:a="http://schemas.openxmlformats.org/drawingml/2006/main">
              <a:ext uri="{FF2B5EF4-FFF2-40B4-BE49-F238E27FC236}">
                <a16:creationId xmlns:a16="http://schemas.microsoft.com/office/drawing/2014/main" id="{CA78D8DD-14D3-41C3-8DE2-E47CCE9F4162}"/>
              </a:ext>
            </a:extLst>
          </p:cNvPr>
          <p:cNvSpPr>
            <a:spLocks xmlns:a="http://schemas.openxmlformats.org/drawingml/2006/main" noGrp="1"/>
          </p:cNvSpPr>
          <p:nvPr/>
        </p:nvSpPr>
        <p:spPr>
          <a:xfrm xmlns:a="http://schemas.openxmlformats.org/drawingml/2006/main">
            <a:off x="8934450" y="3686175"/>
            <a:ext cx="209550" cy="180975"/>
          </a:xfrm>
          <a:prstGeom xmlns:a="http://schemas.openxmlformats.org/drawingml/2006/main" prst="rightArrow">
            <a:avLst/>
          </a:prstGeom>
          <a:solidFill xmlns:a="http://schemas.openxmlformats.org/drawingml/2006/main">
            <a:srgbClr val="252A26"/>
          </a:solidFill>
          <a:ln xmlns:a="http://schemas.openxmlformats.org/drawingml/2006/main" w="0">
            <a:noFill/>
            <a:prstDash val="solid"/>
          </a:ln>
        </p:spPr>
      </p:sp>
      <p:sp>
        <p:nvSpPr>
          <p:cNvPr id="59" name="offer-final-1">
            <a:extLst xmlns:a="http://schemas.openxmlformats.org/drawingml/2006/main">
              <a:ext uri="{FF2B5EF4-FFF2-40B4-BE49-F238E27FC236}">
                <a16:creationId xmlns:a16="http://schemas.microsoft.com/office/drawing/2014/main" id="{85425EB8-B284-4B42-8310-78323E9405EA}"/>
              </a:ext>
            </a:extLst>
          </p:cNvPr>
          <p:cNvSpPr>
            <a:spLocks xmlns:a="http://schemas.openxmlformats.org/drawingml/2006/main" noGrp="1"/>
          </p:cNvSpPr>
          <p:nvPr/>
        </p:nvSpPr>
        <p:spPr>
          <a:xfrm xmlns:a="http://schemas.openxmlformats.org/drawingml/2006/main">
            <a:off x="9277350" y="356235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775" b="1">
                <a:solidFill>
                  <a:srgbClr val="D3D1C8"/>
                </a:solidFill>
                <a:latin typeface="Arial Black"/>
                <a:ea typeface="Arial Black"/>
                <a:cs typeface="Arial Black"/>
              </a:defRPr>
            </a:pPr>
            <a:r>
              <a:rPr sz="2775" b="1">
                <a:solidFill>
                  <a:srgbClr val="D3D1C8"/>
                </a:solidFill>
                <a:latin typeface="Arial Black"/>
                <a:ea typeface="Arial Black"/>
                <a:cs typeface="Arial Black"/>
              </a:rPr>
              <a:t>$395</a:t>
            </a:r>
          </a:p>
        </p:txBody>
      </p:sp>
      <p:sp>
        <p:nvSpPr>
          <p:cNvPr id="60" name="offer-rule-1">
            <a:extLst xmlns:a="http://schemas.openxmlformats.org/drawingml/2006/main">
              <a:ext uri="{FF2B5EF4-FFF2-40B4-BE49-F238E27FC236}">
                <a16:creationId xmlns:a16="http://schemas.microsoft.com/office/drawing/2014/main" id="{7372CE83-BAAA-4390-85D6-80CF594C1FFA}"/>
              </a:ext>
            </a:extLst>
          </p:cNvPr>
          <p:cNvSpPr>
            <a:spLocks xmlns:a="http://schemas.openxmlformats.org/drawingml/2006/main" noGrp="1"/>
          </p:cNvSpPr>
          <p:nvPr/>
        </p:nvSpPr>
        <p:spPr>
          <a:xfrm xmlns:a="http://schemas.openxmlformats.org/drawingml/2006/main">
            <a:off x="3733800" y="4248150"/>
            <a:ext cx="80772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61" name="offer-index-2">
            <a:extLst xmlns:a="http://schemas.openxmlformats.org/drawingml/2006/main">
              <a:ext uri="{FF2B5EF4-FFF2-40B4-BE49-F238E27FC236}">
                <a16:creationId xmlns:a16="http://schemas.microsoft.com/office/drawing/2014/main" id="{7190FA2E-BEED-4535-B5DA-FA03349F8EE3}"/>
              </a:ext>
            </a:extLst>
          </p:cNvPr>
          <p:cNvSpPr>
            <a:spLocks xmlns:a="http://schemas.openxmlformats.org/drawingml/2006/main" noGrp="1"/>
          </p:cNvSpPr>
          <p:nvPr/>
        </p:nvSpPr>
        <p:spPr>
          <a:xfrm xmlns:a="http://schemas.openxmlformats.org/drawingml/2006/main">
            <a:off x="3733800" y="46672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03</a:t>
            </a:r>
          </a:p>
        </p:txBody>
      </p:sp>
      <p:sp>
        <p:nvSpPr>
          <p:cNvPr id="62" name="offer-merchant-2">
            <a:extLst xmlns:a="http://schemas.openxmlformats.org/drawingml/2006/main">
              <a:ext uri="{FF2B5EF4-FFF2-40B4-BE49-F238E27FC236}">
                <a16:creationId xmlns:a16="http://schemas.microsoft.com/office/drawing/2014/main" id="{55079F92-BF32-473C-806D-B1793C38644F}"/>
              </a:ext>
            </a:extLst>
          </p:cNvPr>
          <p:cNvSpPr>
            <a:spLocks xmlns:a="http://schemas.openxmlformats.org/drawingml/2006/main" noGrp="1"/>
          </p:cNvSpPr>
          <p:nvPr/>
        </p:nvSpPr>
        <p:spPr>
          <a:xfrm xmlns:a="http://schemas.openxmlformats.org/drawingml/2006/main">
            <a:off x="4267200" y="46672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D3D1C8"/>
                </a:solidFill>
                <a:latin typeface="Courier New"/>
                <a:ea typeface="Courier New"/>
                <a:cs typeface="Courier New"/>
              </a:defRPr>
            </a:pPr>
            <a:r>
              <a:rPr sz="1500" b="0">
                <a:solidFill>
                  <a:srgbClr val="D3D1C8"/>
                </a:solidFill>
                <a:latin typeface="Courier New"/>
                <a:ea typeface="Courier New"/>
                <a:cs typeface="Courier New"/>
              </a:rPr>
              <a:t>NORTHSTAR SYSTEMS</a:t>
            </a:r>
          </a:p>
        </p:txBody>
      </p:sp>
      <p:sp>
        <p:nvSpPr>
          <p:cNvPr id="63" name="offer-initial-2">
            <a:extLst xmlns:a="http://schemas.openxmlformats.org/drawingml/2006/main">
              <a:ext uri="{FF2B5EF4-FFF2-40B4-BE49-F238E27FC236}">
                <a16:creationId xmlns:a16="http://schemas.microsoft.com/office/drawing/2014/main" id="{1004BC97-5945-4599-A456-C7C89AC27379}"/>
              </a:ext>
            </a:extLst>
          </p:cNvPr>
          <p:cNvSpPr>
            <a:spLocks xmlns:a="http://schemas.openxmlformats.org/drawingml/2006/main" noGrp="1"/>
          </p:cNvSpPr>
          <p:nvPr/>
        </p:nvSpPr>
        <p:spPr>
          <a:xfrm xmlns:a="http://schemas.openxmlformats.org/drawingml/2006/main">
            <a:off x="6953250" y="4591050"/>
            <a:ext cx="104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250" b="1">
                <a:solidFill>
                  <a:srgbClr val="858B84"/>
                </a:solidFill>
                <a:latin typeface="Arial Black"/>
                <a:ea typeface="Arial Black"/>
                <a:cs typeface="Arial Black"/>
              </a:defRPr>
            </a:pPr>
            <a:r>
              <a:rPr sz="2250" b="1">
                <a:solidFill>
                  <a:srgbClr val="858B84"/>
                </a:solidFill>
                <a:latin typeface="Arial Black"/>
                <a:ea typeface="Arial Black"/>
                <a:cs typeface="Arial Black"/>
              </a:rPr>
              <a:t>$407</a:t>
            </a:r>
          </a:p>
        </p:txBody>
      </p:sp>
      <p:sp>
        <p:nvSpPr>
          <p:cNvPr id="64" name="offer-arrow-2-shaft">
            <a:extLst xmlns:a="http://schemas.openxmlformats.org/drawingml/2006/main">
              <a:ext uri="{FF2B5EF4-FFF2-40B4-BE49-F238E27FC236}">
                <a16:creationId xmlns:a16="http://schemas.microsoft.com/office/drawing/2014/main" id="{2D9982F1-7B13-4716-935C-C3A1674B6023}"/>
              </a:ext>
            </a:extLst>
          </p:cNvPr>
          <p:cNvSpPr>
            <a:spLocks xmlns:a="http://schemas.openxmlformats.org/drawingml/2006/main" noGrp="1"/>
          </p:cNvSpPr>
          <p:nvPr/>
        </p:nvSpPr>
        <p:spPr>
          <a:xfrm xmlns:a="http://schemas.openxmlformats.org/drawingml/2006/main">
            <a:off x="8248650" y="4772025"/>
            <a:ext cx="723900" cy="28575"/>
          </a:xfrm>
          <a:prstGeom xmlns:a="http://schemas.openxmlformats.org/drawingml/2006/main" prst="rect">
            <a:avLst/>
          </a:prstGeom>
          <a:solidFill xmlns:a="http://schemas.openxmlformats.org/drawingml/2006/main">
            <a:srgbClr val="252A26"/>
          </a:solidFill>
          <a:ln xmlns:a="http://schemas.openxmlformats.org/drawingml/2006/main" w="0">
            <a:noFill/>
            <a:prstDash val="solid"/>
          </a:ln>
        </p:spPr>
      </p:sp>
      <p:sp>
        <p:nvSpPr>
          <p:cNvPr id="65" name="offer-arrow-2-head">
            <a:extLst xmlns:a="http://schemas.openxmlformats.org/drawingml/2006/main">
              <a:ext uri="{FF2B5EF4-FFF2-40B4-BE49-F238E27FC236}">
                <a16:creationId xmlns:a16="http://schemas.microsoft.com/office/drawing/2014/main" id="{A714AB18-CAE1-4F7E-83FF-66335466F4D3}"/>
              </a:ext>
            </a:extLst>
          </p:cNvPr>
          <p:cNvSpPr>
            <a:spLocks xmlns:a="http://schemas.openxmlformats.org/drawingml/2006/main" noGrp="1"/>
          </p:cNvSpPr>
          <p:nvPr/>
        </p:nvSpPr>
        <p:spPr>
          <a:xfrm xmlns:a="http://schemas.openxmlformats.org/drawingml/2006/main">
            <a:off x="8934450" y="4695825"/>
            <a:ext cx="209550" cy="180975"/>
          </a:xfrm>
          <a:prstGeom xmlns:a="http://schemas.openxmlformats.org/drawingml/2006/main" prst="rightArrow">
            <a:avLst/>
          </a:prstGeom>
          <a:solidFill xmlns:a="http://schemas.openxmlformats.org/drawingml/2006/main">
            <a:srgbClr val="252A26"/>
          </a:solidFill>
          <a:ln xmlns:a="http://schemas.openxmlformats.org/drawingml/2006/main" w="0">
            <a:noFill/>
            <a:prstDash val="solid"/>
          </a:ln>
        </p:spPr>
      </p:sp>
      <p:sp>
        <p:nvSpPr>
          <p:cNvPr id="66" name="offer-final-2">
            <a:extLst xmlns:a="http://schemas.openxmlformats.org/drawingml/2006/main">
              <a:ext uri="{FF2B5EF4-FFF2-40B4-BE49-F238E27FC236}">
                <a16:creationId xmlns:a16="http://schemas.microsoft.com/office/drawing/2014/main" id="{B6A4C9C4-AC3E-4996-A387-5951525FC410}"/>
              </a:ext>
            </a:extLst>
          </p:cNvPr>
          <p:cNvSpPr>
            <a:spLocks xmlns:a="http://schemas.openxmlformats.org/drawingml/2006/main" noGrp="1"/>
          </p:cNvSpPr>
          <p:nvPr/>
        </p:nvSpPr>
        <p:spPr>
          <a:xfrm xmlns:a="http://schemas.openxmlformats.org/drawingml/2006/main">
            <a:off x="9277350" y="45720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775" b="1">
                <a:solidFill>
                  <a:srgbClr val="D3D1C8"/>
                </a:solidFill>
                <a:latin typeface="Arial Black"/>
                <a:ea typeface="Arial Black"/>
                <a:cs typeface="Arial Black"/>
              </a:defRPr>
            </a:pPr>
            <a:r>
              <a:rPr sz="2775" b="1">
                <a:solidFill>
                  <a:srgbClr val="D3D1C8"/>
                </a:solidFill>
                <a:latin typeface="Arial Black"/>
                <a:ea typeface="Arial Black"/>
                <a:cs typeface="Arial Black"/>
              </a:rPr>
              <a:t>$397</a:t>
            </a:r>
          </a:p>
        </p:txBody>
      </p:sp>
      <p:sp>
        <p:nvSpPr>
          <p:cNvPr id="67" name="offer-rule-2">
            <a:extLst xmlns:a="http://schemas.openxmlformats.org/drawingml/2006/main">
              <a:ext uri="{FF2B5EF4-FFF2-40B4-BE49-F238E27FC236}">
                <a16:creationId xmlns:a16="http://schemas.microsoft.com/office/drawing/2014/main" id="{72034B58-709B-4A7F-94A3-A0D540CFEBFB}"/>
              </a:ext>
            </a:extLst>
          </p:cNvPr>
          <p:cNvSpPr>
            <a:spLocks xmlns:a="http://schemas.openxmlformats.org/drawingml/2006/main" noGrp="1"/>
          </p:cNvSpPr>
          <p:nvPr/>
        </p:nvSpPr>
        <p:spPr>
          <a:xfrm xmlns:a="http://schemas.openxmlformats.org/drawingml/2006/main">
            <a:off x="3733800" y="5257800"/>
            <a:ext cx="80772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68" name="seller-boundary-bg">
            <a:extLst xmlns:a="http://schemas.openxmlformats.org/drawingml/2006/main">
              <a:ext uri="{FF2B5EF4-FFF2-40B4-BE49-F238E27FC236}">
                <a16:creationId xmlns:a16="http://schemas.microsoft.com/office/drawing/2014/main" id="{4C8520CD-2AA8-4D8B-9966-A1E188032120}"/>
              </a:ext>
            </a:extLst>
          </p:cNvPr>
          <p:cNvSpPr>
            <a:spLocks xmlns:a="http://schemas.openxmlformats.org/drawingml/2006/main" noGrp="1"/>
          </p:cNvSpPr>
          <p:nvPr/>
        </p:nvSpPr>
        <p:spPr>
          <a:xfrm xmlns:a="http://schemas.openxmlformats.org/drawingml/2006/main">
            <a:off x="3733800" y="5695950"/>
            <a:ext cx="8077200" cy="342900"/>
          </a:xfrm>
          <a:prstGeom xmlns:a="http://schemas.openxmlformats.org/drawingml/2006/main" prst="rect">
            <a:avLst/>
          </a:prstGeom>
          <a:solidFill xmlns:a="http://schemas.openxmlformats.org/drawingml/2006/main">
            <a:srgbClr val="2A101A"/>
          </a:solidFill>
          <a:ln xmlns:a="http://schemas.openxmlformats.org/drawingml/2006/main" w="9525">
            <a:solidFill>
              <a:srgbClr val="FF2B79"/>
            </a:solidFill>
            <a:prstDash val="solid"/>
          </a:ln>
        </p:spPr>
      </p:sp>
      <p:sp>
        <p:nvSpPr>
          <p:cNvPr id="69" name="rfp-label">
            <a:extLst xmlns:a="http://schemas.openxmlformats.org/drawingml/2006/main">
              <a:ext uri="{FF2B5EF4-FFF2-40B4-BE49-F238E27FC236}">
                <a16:creationId xmlns:a16="http://schemas.microsoft.com/office/drawing/2014/main" id="{F68D55DA-2132-4CE0-A493-0192DECC4813}"/>
              </a:ext>
            </a:extLst>
          </p:cNvPr>
          <p:cNvSpPr>
            <a:spLocks xmlns:a="http://schemas.openxmlformats.org/drawingml/2006/main" noGrp="1"/>
          </p:cNvSpPr>
          <p:nvPr/>
        </p:nvSpPr>
        <p:spPr>
          <a:xfrm xmlns:a="http://schemas.openxmlformats.org/drawingml/2006/main">
            <a:off x="3886200" y="57912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D3D1C8"/>
                </a:solidFill>
                <a:latin typeface="Courier New"/>
                <a:ea typeface="Courier New"/>
                <a:cs typeface="Courier New"/>
              </a:defRPr>
            </a:pPr>
            <a:r>
              <a:rPr sz="900" b="1">
                <a:solidFill>
                  <a:srgbClr val="D3D1C8"/>
                </a:solidFill>
                <a:latin typeface="Courier New"/>
                <a:ea typeface="Courier New"/>
                <a:cs typeface="Courier New"/>
              </a:rPr>
              <a:t>SELLER PILOT = Q&amp;A CONTRACT ARTIFACT</a:t>
            </a:r>
          </a:p>
        </p:txBody>
      </p:sp>
      <p:sp>
        <p:nvSpPr>
          <p:cNvPr id="70" name="policy-list">
            <a:extLst xmlns:a="http://schemas.openxmlformats.org/drawingml/2006/main">
              <a:ext uri="{FF2B5EF4-FFF2-40B4-BE49-F238E27FC236}">
                <a16:creationId xmlns:a16="http://schemas.microsoft.com/office/drawing/2014/main" id="{A968D816-A402-43FE-8CC9-965F1D7E4A4A}"/>
              </a:ext>
            </a:extLst>
          </p:cNvPr>
          <p:cNvSpPr>
            <a:spLocks xmlns:a="http://schemas.openxmlformats.org/drawingml/2006/main" noGrp="1"/>
          </p:cNvSpPr>
          <p:nvPr/>
        </p:nvSpPr>
        <p:spPr>
          <a:xfrm xmlns:a="http://schemas.openxmlformats.org/drawingml/2006/main">
            <a:off x="7239000" y="5791200"/>
            <a:ext cx="441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825" b="1">
                <a:solidFill>
                  <a:srgbClr val="FF2B79"/>
                </a:solidFill>
                <a:latin typeface="Courier New"/>
                <a:ea typeface="Courier New"/>
                <a:cs typeface="Courier New"/>
              </a:defRPr>
            </a:pPr>
            <a:r>
              <a:rPr sz="825" b="1">
                <a:solidFill>
                  <a:srgbClr val="FF2B79"/>
                </a:solidFill>
                <a:latin typeface="Courier New"/>
                <a:ea typeface="Courier New"/>
                <a:cs typeface="Courier New"/>
              </a:rPr>
              <a:t>NO TRACTION · NO BINDING BID · NO ORDER · NO PROVIDER CALL</a:t>
            </a:r>
          </a:p>
        </p:txBody>
      </p:sp>
    </p:spTree>
    <p:extLst>
      <p:ext uri="{BB962C8B-B14F-4D97-AF65-F5344CB8AC3E}">
        <p14:creationId xmlns:p14="http://schemas.microsoft.com/office/powerpoint/2010/main" val="1764752452"/>
      </p:ext>
    </p:extLst>
  </p:cSld>
</p:sld>
</file>

<file path=ppt/slides/slide5.xml><?xml version="1.0" encoding="utf-8"?>
<p:sld xmlns:p="http://schemas.openxmlformats.org/presentationml/2006/main">
  <p:cSld>
    <p:bg>
      <p:bgPr>
        <a:solidFill xmlns:a="http://schemas.openxmlformats.org/drawingml/2006/main">
          <a:srgbClr val="080A09"/>
        </a:solidFill>
      </p:bgPr>
    </p:bg>
    <p:spTree>
      <p:nvGrpSpPr>
        <p:cNvPr id="1" name=""/>
        <p:cNvGrpSpPr/>
        <p:nvPr/>
      </p:nvGrpSpPr>
      <p:grpSpPr>
        <a:xfrm xmlns:a="http://schemas.openxmlformats.org/drawingml/2006/main"/>
      </p:grpSpPr>
      <p:sp>
        <p:nvSpPr>
          <p:cNvPr id="72" name="grid-v-40">
            <a:extLst xmlns:a="http://schemas.openxmlformats.org/drawingml/2006/main">
              <a:ext uri="{FF2B5EF4-FFF2-40B4-BE49-F238E27FC236}">
                <a16:creationId xmlns:a16="http://schemas.microsoft.com/office/drawing/2014/main" id="{0A3CBFA0-A947-4B28-97E0-06ED7A8275A4}"/>
              </a:ext>
            </a:extLst>
          </p:cNvPr>
          <p:cNvSpPr>
            <a:spLocks xmlns:a="http://schemas.openxmlformats.org/drawingml/2006/main" noGrp="1"/>
          </p:cNvSpPr>
          <p:nvPr/>
        </p:nvSpPr>
        <p:spPr>
          <a:xfrm xmlns:a="http://schemas.openxmlformats.org/drawingml/2006/main">
            <a:off x="381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 name="grid-v-104">
            <a:extLst xmlns:a="http://schemas.openxmlformats.org/drawingml/2006/main">
              <a:ext uri="{FF2B5EF4-FFF2-40B4-BE49-F238E27FC236}">
                <a16:creationId xmlns:a16="http://schemas.microsoft.com/office/drawing/2014/main" id="{D5503E88-787F-4F54-AE67-BD8FB2176E29}"/>
              </a:ext>
            </a:extLst>
          </p:cNvPr>
          <p:cNvSpPr>
            <a:spLocks xmlns:a="http://schemas.openxmlformats.org/drawingml/2006/main" noGrp="1"/>
          </p:cNvSpPr>
          <p:nvPr/>
        </p:nvSpPr>
        <p:spPr>
          <a:xfrm xmlns:a="http://schemas.openxmlformats.org/drawingml/2006/main">
            <a:off x="990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3" name="grid-v-168">
            <a:extLst xmlns:a="http://schemas.openxmlformats.org/drawingml/2006/main">
              <a:ext uri="{FF2B5EF4-FFF2-40B4-BE49-F238E27FC236}">
                <a16:creationId xmlns:a16="http://schemas.microsoft.com/office/drawing/2014/main" id="{7A93BEDB-E2B9-4E4E-B3B2-FF863DF2C666}"/>
              </a:ext>
            </a:extLst>
          </p:cNvPr>
          <p:cNvSpPr>
            <a:spLocks xmlns:a="http://schemas.openxmlformats.org/drawingml/2006/main" noGrp="1"/>
          </p:cNvSpPr>
          <p:nvPr/>
        </p:nvSpPr>
        <p:spPr>
          <a:xfrm xmlns:a="http://schemas.openxmlformats.org/drawingml/2006/main">
            <a:off x="1600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4" name="grid-v-232">
            <a:extLst xmlns:a="http://schemas.openxmlformats.org/drawingml/2006/main">
              <a:ext uri="{FF2B5EF4-FFF2-40B4-BE49-F238E27FC236}">
                <a16:creationId xmlns:a16="http://schemas.microsoft.com/office/drawing/2014/main" id="{94A6EFFD-6D40-49A0-9062-14BCCAED83D8}"/>
              </a:ext>
            </a:extLst>
          </p:cNvPr>
          <p:cNvSpPr>
            <a:spLocks xmlns:a="http://schemas.openxmlformats.org/drawingml/2006/main" noGrp="1"/>
          </p:cNvSpPr>
          <p:nvPr/>
        </p:nvSpPr>
        <p:spPr>
          <a:xfrm xmlns:a="http://schemas.openxmlformats.org/drawingml/2006/main">
            <a:off x="2209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5" name="grid-v-296">
            <a:extLst xmlns:a="http://schemas.openxmlformats.org/drawingml/2006/main">
              <a:ext uri="{FF2B5EF4-FFF2-40B4-BE49-F238E27FC236}">
                <a16:creationId xmlns:a16="http://schemas.microsoft.com/office/drawing/2014/main" id="{D14E99C9-26DD-4180-9E00-EB1AB37683CE}"/>
              </a:ext>
            </a:extLst>
          </p:cNvPr>
          <p:cNvSpPr>
            <a:spLocks xmlns:a="http://schemas.openxmlformats.org/drawingml/2006/main" noGrp="1"/>
          </p:cNvSpPr>
          <p:nvPr/>
        </p:nvSpPr>
        <p:spPr>
          <a:xfrm xmlns:a="http://schemas.openxmlformats.org/drawingml/2006/main">
            <a:off x="2819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6" name="grid-v-360">
            <a:extLst xmlns:a="http://schemas.openxmlformats.org/drawingml/2006/main">
              <a:ext uri="{FF2B5EF4-FFF2-40B4-BE49-F238E27FC236}">
                <a16:creationId xmlns:a16="http://schemas.microsoft.com/office/drawing/2014/main" id="{EC2B454E-3E88-4F64-9657-19A85D52BC87}"/>
              </a:ext>
            </a:extLst>
          </p:cNvPr>
          <p:cNvSpPr>
            <a:spLocks xmlns:a="http://schemas.openxmlformats.org/drawingml/2006/main" noGrp="1"/>
          </p:cNvSpPr>
          <p:nvPr/>
        </p:nvSpPr>
        <p:spPr>
          <a:xfrm xmlns:a="http://schemas.openxmlformats.org/drawingml/2006/main">
            <a:off x="3429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7" name="grid-v-424">
            <a:extLst xmlns:a="http://schemas.openxmlformats.org/drawingml/2006/main">
              <a:ext uri="{FF2B5EF4-FFF2-40B4-BE49-F238E27FC236}">
                <a16:creationId xmlns:a16="http://schemas.microsoft.com/office/drawing/2014/main" id="{12FB9B7B-347B-42D8-8A9E-BE73EE3AA807}"/>
              </a:ext>
            </a:extLst>
          </p:cNvPr>
          <p:cNvSpPr>
            <a:spLocks xmlns:a="http://schemas.openxmlformats.org/drawingml/2006/main" noGrp="1"/>
          </p:cNvSpPr>
          <p:nvPr/>
        </p:nvSpPr>
        <p:spPr>
          <a:xfrm xmlns:a="http://schemas.openxmlformats.org/drawingml/2006/main">
            <a:off x="4038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8" name="grid-v-488">
            <a:extLst xmlns:a="http://schemas.openxmlformats.org/drawingml/2006/main">
              <a:ext uri="{FF2B5EF4-FFF2-40B4-BE49-F238E27FC236}">
                <a16:creationId xmlns:a16="http://schemas.microsoft.com/office/drawing/2014/main" id="{FFFAD776-9FDE-43BC-B045-BDB9F6EA3285}"/>
              </a:ext>
            </a:extLst>
          </p:cNvPr>
          <p:cNvSpPr>
            <a:spLocks xmlns:a="http://schemas.openxmlformats.org/drawingml/2006/main" noGrp="1"/>
          </p:cNvSpPr>
          <p:nvPr/>
        </p:nvSpPr>
        <p:spPr>
          <a:xfrm xmlns:a="http://schemas.openxmlformats.org/drawingml/2006/main">
            <a:off x="4648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9" name="grid-v-552">
            <a:extLst xmlns:a="http://schemas.openxmlformats.org/drawingml/2006/main">
              <a:ext uri="{FF2B5EF4-FFF2-40B4-BE49-F238E27FC236}">
                <a16:creationId xmlns:a16="http://schemas.microsoft.com/office/drawing/2014/main" id="{AEFFE742-4578-4979-8D8A-06011B72118D}"/>
              </a:ext>
            </a:extLst>
          </p:cNvPr>
          <p:cNvSpPr>
            <a:spLocks xmlns:a="http://schemas.openxmlformats.org/drawingml/2006/main" noGrp="1"/>
          </p:cNvSpPr>
          <p:nvPr/>
        </p:nvSpPr>
        <p:spPr>
          <a:xfrm xmlns:a="http://schemas.openxmlformats.org/drawingml/2006/main">
            <a:off x="5257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0" name="grid-v-616">
            <a:extLst xmlns:a="http://schemas.openxmlformats.org/drawingml/2006/main">
              <a:ext uri="{FF2B5EF4-FFF2-40B4-BE49-F238E27FC236}">
                <a16:creationId xmlns:a16="http://schemas.microsoft.com/office/drawing/2014/main" id="{DFF46F92-55E4-4E9A-88FA-BD41899CB815}"/>
              </a:ext>
            </a:extLst>
          </p:cNvPr>
          <p:cNvSpPr>
            <a:spLocks xmlns:a="http://schemas.openxmlformats.org/drawingml/2006/main" noGrp="1"/>
          </p:cNvSpPr>
          <p:nvPr/>
        </p:nvSpPr>
        <p:spPr>
          <a:xfrm xmlns:a="http://schemas.openxmlformats.org/drawingml/2006/main">
            <a:off x="5867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1" name="grid-v-680">
            <a:extLst xmlns:a="http://schemas.openxmlformats.org/drawingml/2006/main">
              <a:ext uri="{FF2B5EF4-FFF2-40B4-BE49-F238E27FC236}">
                <a16:creationId xmlns:a16="http://schemas.microsoft.com/office/drawing/2014/main" id="{0177EE5A-F723-4821-917F-2CABCC8074AA}"/>
              </a:ext>
            </a:extLst>
          </p:cNvPr>
          <p:cNvSpPr>
            <a:spLocks xmlns:a="http://schemas.openxmlformats.org/drawingml/2006/main" noGrp="1"/>
          </p:cNvSpPr>
          <p:nvPr/>
        </p:nvSpPr>
        <p:spPr>
          <a:xfrm xmlns:a="http://schemas.openxmlformats.org/drawingml/2006/main">
            <a:off x="6477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2" name="grid-v-744">
            <a:extLst xmlns:a="http://schemas.openxmlformats.org/drawingml/2006/main">
              <a:ext uri="{FF2B5EF4-FFF2-40B4-BE49-F238E27FC236}">
                <a16:creationId xmlns:a16="http://schemas.microsoft.com/office/drawing/2014/main" id="{F5A4E03B-4D76-4A2E-A76C-30696B0D3C99}"/>
              </a:ext>
            </a:extLst>
          </p:cNvPr>
          <p:cNvSpPr>
            <a:spLocks xmlns:a="http://schemas.openxmlformats.org/drawingml/2006/main" noGrp="1"/>
          </p:cNvSpPr>
          <p:nvPr/>
        </p:nvSpPr>
        <p:spPr>
          <a:xfrm xmlns:a="http://schemas.openxmlformats.org/drawingml/2006/main">
            <a:off x="7086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3" name="grid-v-808">
            <a:extLst xmlns:a="http://schemas.openxmlformats.org/drawingml/2006/main">
              <a:ext uri="{FF2B5EF4-FFF2-40B4-BE49-F238E27FC236}">
                <a16:creationId xmlns:a16="http://schemas.microsoft.com/office/drawing/2014/main" id="{BD4D8069-DF5C-4544-952C-7B3B3D07AD3F}"/>
              </a:ext>
            </a:extLst>
          </p:cNvPr>
          <p:cNvSpPr>
            <a:spLocks xmlns:a="http://schemas.openxmlformats.org/drawingml/2006/main" noGrp="1"/>
          </p:cNvSpPr>
          <p:nvPr/>
        </p:nvSpPr>
        <p:spPr>
          <a:xfrm xmlns:a="http://schemas.openxmlformats.org/drawingml/2006/main">
            <a:off x="7696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4" name="grid-v-872">
            <a:extLst xmlns:a="http://schemas.openxmlformats.org/drawingml/2006/main">
              <a:ext uri="{FF2B5EF4-FFF2-40B4-BE49-F238E27FC236}">
                <a16:creationId xmlns:a16="http://schemas.microsoft.com/office/drawing/2014/main" id="{AB9EDA91-2883-43AC-B2BE-492FAFEAB97E}"/>
              </a:ext>
            </a:extLst>
          </p:cNvPr>
          <p:cNvSpPr>
            <a:spLocks xmlns:a="http://schemas.openxmlformats.org/drawingml/2006/main" noGrp="1"/>
          </p:cNvSpPr>
          <p:nvPr/>
        </p:nvSpPr>
        <p:spPr>
          <a:xfrm xmlns:a="http://schemas.openxmlformats.org/drawingml/2006/main">
            <a:off x="8305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5" name="grid-v-936">
            <a:extLst xmlns:a="http://schemas.openxmlformats.org/drawingml/2006/main">
              <a:ext uri="{FF2B5EF4-FFF2-40B4-BE49-F238E27FC236}">
                <a16:creationId xmlns:a16="http://schemas.microsoft.com/office/drawing/2014/main" id="{A86C751D-D5C4-4CCE-B806-6463F0D06A62}"/>
              </a:ext>
            </a:extLst>
          </p:cNvPr>
          <p:cNvSpPr>
            <a:spLocks xmlns:a="http://schemas.openxmlformats.org/drawingml/2006/main" noGrp="1"/>
          </p:cNvSpPr>
          <p:nvPr/>
        </p:nvSpPr>
        <p:spPr>
          <a:xfrm xmlns:a="http://schemas.openxmlformats.org/drawingml/2006/main">
            <a:off x="8915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6" name="grid-v-1000">
            <a:extLst xmlns:a="http://schemas.openxmlformats.org/drawingml/2006/main">
              <a:ext uri="{FF2B5EF4-FFF2-40B4-BE49-F238E27FC236}">
                <a16:creationId xmlns:a16="http://schemas.microsoft.com/office/drawing/2014/main" id="{C3F0BE6E-391C-4333-8073-04854AD0B354}"/>
              </a:ext>
            </a:extLst>
          </p:cNvPr>
          <p:cNvSpPr>
            <a:spLocks xmlns:a="http://schemas.openxmlformats.org/drawingml/2006/main" noGrp="1"/>
          </p:cNvSpPr>
          <p:nvPr/>
        </p:nvSpPr>
        <p:spPr>
          <a:xfrm xmlns:a="http://schemas.openxmlformats.org/drawingml/2006/main">
            <a:off x="9525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7" name="grid-v-1064">
            <a:extLst xmlns:a="http://schemas.openxmlformats.org/drawingml/2006/main">
              <a:ext uri="{FF2B5EF4-FFF2-40B4-BE49-F238E27FC236}">
                <a16:creationId xmlns:a16="http://schemas.microsoft.com/office/drawing/2014/main" id="{0B011294-3368-4BBE-ABF8-E195E787C528}"/>
              </a:ext>
            </a:extLst>
          </p:cNvPr>
          <p:cNvSpPr>
            <a:spLocks xmlns:a="http://schemas.openxmlformats.org/drawingml/2006/main" noGrp="1"/>
          </p:cNvSpPr>
          <p:nvPr/>
        </p:nvSpPr>
        <p:spPr>
          <a:xfrm xmlns:a="http://schemas.openxmlformats.org/drawingml/2006/main">
            <a:off x="10134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8" name="grid-v-1128">
            <a:extLst xmlns:a="http://schemas.openxmlformats.org/drawingml/2006/main">
              <a:ext uri="{FF2B5EF4-FFF2-40B4-BE49-F238E27FC236}">
                <a16:creationId xmlns:a16="http://schemas.microsoft.com/office/drawing/2014/main" id="{AE6776A7-1905-40AB-AE1F-6BD5A866D347}"/>
              </a:ext>
            </a:extLst>
          </p:cNvPr>
          <p:cNvSpPr>
            <a:spLocks xmlns:a="http://schemas.openxmlformats.org/drawingml/2006/main" noGrp="1"/>
          </p:cNvSpPr>
          <p:nvPr/>
        </p:nvSpPr>
        <p:spPr>
          <a:xfrm xmlns:a="http://schemas.openxmlformats.org/drawingml/2006/main">
            <a:off x="10744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9" name="grid-v-1192">
            <a:extLst xmlns:a="http://schemas.openxmlformats.org/drawingml/2006/main">
              <a:ext uri="{FF2B5EF4-FFF2-40B4-BE49-F238E27FC236}">
                <a16:creationId xmlns:a16="http://schemas.microsoft.com/office/drawing/2014/main" id="{16ED3B25-1C89-4E68-A909-9EA3DBD171BD}"/>
              </a:ext>
            </a:extLst>
          </p:cNvPr>
          <p:cNvSpPr>
            <a:spLocks xmlns:a="http://schemas.openxmlformats.org/drawingml/2006/main" noGrp="1"/>
          </p:cNvSpPr>
          <p:nvPr/>
        </p:nvSpPr>
        <p:spPr>
          <a:xfrm xmlns:a="http://schemas.openxmlformats.org/drawingml/2006/main">
            <a:off x="11353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0" name="grid-h-112">
            <a:extLst xmlns:a="http://schemas.openxmlformats.org/drawingml/2006/main">
              <a:ext uri="{FF2B5EF4-FFF2-40B4-BE49-F238E27FC236}">
                <a16:creationId xmlns:a16="http://schemas.microsoft.com/office/drawing/2014/main" id="{6FEA5D5D-B756-46DA-ACC2-F59E8C34F162}"/>
              </a:ext>
            </a:extLst>
          </p:cNvPr>
          <p:cNvSpPr>
            <a:spLocks xmlns:a="http://schemas.openxmlformats.org/drawingml/2006/main" noGrp="1"/>
          </p:cNvSpPr>
          <p:nvPr/>
        </p:nvSpPr>
        <p:spPr>
          <a:xfrm xmlns:a="http://schemas.openxmlformats.org/drawingml/2006/main">
            <a:off x="381000" y="1066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1" name="grid-h-176">
            <a:extLst xmlns:a="http://schemas.openxmlformats.org/drawingml/2006/main">
              <a:ext uri="{FF2B5EF4-FFF2-40B4-BE49-F238E27FC236}">
                <a16:creationId xmlns:a16="http://schemas.microsoft.com/office/drawing/2014/main" id="{0835CA7C-D166-4B70-9015-A9C1B4EB5583}"/>
              </a:ext>
            </a:extLst>
          </p:cNvPr>
          <p:cNvSpPr>
            <a:spLocks xmlns:a="http://schemas.openxmlformats.org/drawingml/2006/main" noGrp="1"/>
          </p:cNvSpPr>
          <p:nvPr/>
        </p:nvSpPr>
        <p:spPr>
          <a:xfrm xmlns:a="http://schemas.openxmlformats.org/drawingml/2006/main">
            <a:off x="381000" y="1676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2" name="grid-h-240">
            <a:extLst xmlns:a="http://schemas.openxmlformats.org/drawingml/2006/main">
              <a:ext uri="{FF2B5EF4-FFF2-40B4-BE49-F238E27FC236}">
                <a16:creationId xmlns:a16="http://schemas.microsoft.com/office/drawing/2014/main" id="{C3F18B69-3768-4D8F-8E98-A957E7C3002C}"/>
              </a:ext>
            </a:extLst>
          </p:cNvPr>
          <p:cNvSpPr>
            <a:spLocks xmlns:a="http://schemas.openxmlformats.org/drawingml/2006/main" noGrp="1"/>
          </p:cNvSpPr>
          <p:nvPr/>
        </p:nvSpPr>
        <p:spPr>
          <a:xfrm xmlns:a="http://schemas.openxmlformats.org/drawingml/2006/main">
            <a:off x="381000" y="2286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3" name="grid-h-304">
            <a:extLst xmlns:a="http://schemas.openxmlformats.org/drawingml/2006/main">
              <a:ext uri="{FF2B5EF4-FFF2-40B4-BE49-F238E27FC236}">
                <a16:creationId xmlns:a16="http://schemas.microsoft.com/office/drawing/2014/main" id="{0C9CB1C6-1D98-42DB-8A27-D37CC0093BCD}"/>
              </a:ext>
            </a:extLst>
          </p:cNvPr>
          <p:cNvSpPr>
            <a:spLocks xmlns:a="http://schemas.openxmlformats.org/drawingml/2006/main" noGrp="1"/>
          </p:cNvSpPr>
          <p:nvPr/>
        </p:nvSpPr>
        <p:spPr>
          <a:xfrm xmlns:a="http://schemas.openxmlformats.org/drawingml/2006/main">
            <a:off x="381000" y="2895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4" name="grid-h-368">
            <a:extLst xmlns:a="http://schemas.openxmlformats.org/drawingml/2006/main">
              <a:ext uri="{FF2B5EF4-FFF2-40B4-BE49-F238E27FC236}">
                <a16:creationId xmlns:a16="http://schemas.microsoft.com/office/drawing/2014/main" id="{0FAC36AB-98D7-4029-9B2D-B4E4AA0D6F33}"/>
              </a:ext>
            </a:extLst>
          </p:cNvPr>
          <p:cNvSpPr>
            <a:spLocks xmlns:a="http://schemas.openxmlformats.org/drawingml/2006/main" noGrp="1"/>
          </p:cNvSpPr>
          <p:nvPr/>
        </p:nvSpPr>
        <p:spPr>
          <a:xfrm xmlns:a="http://schemas.openxmlformats.org/drawingml/2006/main">
            <a:off x="381000" y="35052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5" name="grid-h-432">
            <a:extLst xmlns:a="http://schemas.openxmlformats.org/drawingml/2006/main">
              <a:ext uri="{FF2B5EF4-FFF2-40B4-BE49-F238E27FC236}">
                <a16:creationId xmlns:a16="http://schemas.microsoft.com/office/drawing/2014/main" id="{3F538871-16FB-4F17-B467-144636D94823}"/>
              </a:ext>
            </a:extLst>
          </p:cNvPr>
          <p:cNvSpPr>
            <a:spLocks xmlns:a="http://schemas.openxmlformats.org/drawingml/2006/main" noGrp="1"/>
          </p:cNvSpPr>
          <p:nvPr/>
        </p:nvSpPr>
        <p:spPr>
          <a:xfrm xmlns:a="http://schemas.openxmlformats.org/drawingml/2006/main">
            <a:off x="381000" y="4114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6" name="grid-h-496">
            <a:extLst xmlns:a="http://schemas.openxmlformats.org/drawingml/2006/main">
              <a:ext uri="{FF2B5EF4-FFF2-40B4-BE49-F238E27FC236}">
                <a16:creationId xmlns:a16="http://schemas.microsoft.com/office/drawing/2014/main" id="{2A80580C-5DD9-410C-A14E-C9FBA786E127}"/>
              </a:ext>
            </a:extLst>
          </p:cNvPr>
          <p:cNvSpPr>
            <a:spLocks xmlns:a="http://schemas.openxmlformats.org/drawingml/2006/main" noGrp="1"/>
          </p:cNvSpPr>
          <p:nvPr/>
        </p:nvSpPr>
        <p:spPr>
          <a:xfrm xmlns:a="http://schemas.openxmlformats.org/drawingml/2006/main">
            <a:off x="381000" y="4724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7" name="grid-h-560">
            <a:extLst xmlns:a="http://schemas.openxmlformats.org/drawingml/2006/main">
              <a:ext uri="{FF2B5EF4-FFF2-40B4-BE49-F238E27FC236}">
                <a16:creationId xmlns:a16="http://schemas.microsoft.com/office/drawing/2014/main" id="{BF1F69D1-BEEB-4299-96BF-4360A7FA550B}"/>
              </a:ext>
            </a:extLst>
          </p:cNvPr>
          <p:cNvSpPr>
            <a:spLocks xmlns:a="http://schemas.openxmlformats.org/drawingml/2006/main" noGrp="1"/>
          </p:cNvSpPr>
          <p:nvPr/>
        </p:nvSpPr>
        <p:spPr>
          <a:xfrm xmlns:a="http://schemas.openxmlformats.org/drawingml/2006/main">
            <a:off x="381000" y="5334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8" name="grid-h-624">
            <a:extLst xmlns:a="http://schemas.openxmlformats.org/drawingml/2006/main">
              <a:ext uri="{FF2B5EF4-FFF2-40B4-BE49-F238E27FC236}">
                <a16:creationId xmlns:a16="http://schemas.microsoft.com/office/drawing/2014/main" id="{E8A3E560-E07E-41AB-9FE1-2B3EE47B6D53}"/>
              </a:ext>
            </a:extLst>
          </p:cNvPr>
          <p:cNvSpPr>
            <a:spLocks xmlns:a="http://schemas.openxmlformats.org/drawingml/2006/main" noGrp="1"/>
          </p:cNvSpPr>
          <p:nvPr/>
        </p:nvSpPr>
        <p:spPr>
          <a:xfrm xmlns:a="http://schemas.openxmlformats.org/drawingml/2006/main">
            <a:off x="381000" y="5943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9" name="top-rule">
            <a:extLst xmlns:a="http://schemas.openxmlformats.org/drawingml/2006/main">
              <a:ext uri="{FF2B5EF4-FFF2-40B4-BE49-F238E27FC236}">
                <a16:creationId xmlns:a16="http://schemas.microsoft.com/office/drawing/2014/main" id="{ED150423-F59B-4C25-8F87-D3406F63D395}"/>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30" name="wordmark">
            <a:extLst xmlns:a="http://schemas.openxmlformats.org/drawingml/2006/main">
              <a:ext uri="{FF2B5EF4-FFF2-40B4-BE49-F238E27FC236}">
                <a16:creationId xmlns:a16="http://schemas.microsoft.com/office/drawing/2014/main" id="{557E0E22-20BD-49BC-9892-B3783D2BF478}"/>
              </a:ext>
            </a:extLst>
          </p:cNvPr>
          <p:cNvSpPr>
            <a:spLocks xmlns:a="http://schemas.openxmlformats.org/drawingml/2006/main" noGrp="1"/>
          </p:cNvSpPr>
          <p:nvPr/>
        </p:nvSpPr>
        <p:spPr>
          <a:xfrm xmlns:a="http://schemas.openxmlformats.org/drawingml/2006/main">
            <a:off x="381000" y="2286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F1EFE5"/>
                </a:solidFill>
                <a:latin typeface="Arial Black"/>
                <a:ea typeface="Arial Black"/>
                <a:cs typeface="Arial Black"/>
              </a:defRPr>
            </a:pPr>
            <a:r>
              <a:rPr sz="2550" b="1">
                <a:solidFill>
                  <a:srgbClr val="F1EFE5"/>
                </a:solidFill>
                <a:latin typeface="Arial Black"/>
                <a:ea typeface="Arial Black"/>
                <a:cs typeface="Arial Black"/>
              </a:rPr>
              <a:t>POOL</a:t>
            </a:r>
          </a:p>
        </p:txBody>
      </p:sp>
      <p:sp>
        <p:nvSpPr>
          <p:cNvPr id="31" name="environment-label">
            <a:extLst xmlns:a="http://schemas.openxmlformats.org/drawingml/2006/main">
              <a:ext uri="{FF2B5EF4-FFF2-40B4-BE49-F238E27FC236}">
                <a16:creationId xmlns:a16="http://schemas.microsoft.com/office/drawing/2014/main" id="{F7243CAC-4250-420C-8323-3181E89C4846}"/>
              </a:ext>
            </a:extLst>
          </p:cNvPr>
          <p:cNvSpPr>
            <a:spLocks xmlns:a="http://schemas.openxmlformats.org/drawingml/2006/main" noGrp="1"/>
          </p:cNvSpPr>
          <p:nvPr/>
        </p:nvSpPr>
        <p:spPr>
          <a:xfrm xmlns:a="http://schemas.openxmlformats.org/drawingml/2006/main">
            <a:off x="4705350" y="352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RAIN SANDBOX RECORD</a:t>
            </a:r>
          </a:p>
        </p:txBody>
      </p:sp>
      <p:sp>
        <p:nvSpPr>
          <p:cNvPr id="32" name="slide-index">
            <a:extLst xmlns:a="http://schemas.openxmlformats.org/drawingml/2006/main">
              <a:ext uri="{FF2B5EF4-FFF2-40B4-BE49-F238E27FC236}">
                <a16:creationId xmlns:a16="http://schemas.microsoft.com/office/drawing/2014/main" id="{6FC7554F-FB31-4121-9C58-7EF9D857CA81}"/>
              </a:ext>
            </a:extLst>
          </p:cNvPr>
          <p:cNvSpPr>
            <a:spLocks xmlns:a="http://schemas.openxmlformats.org/drawingml/2006/main" noGrp="1"/>
          </p:cNvSpPr>
          <p:nvPr/>
        </p:nvSpPr>
        <p:spPr>
          <a:xfrm xmlns:a="http://schemas.openxmlformats.org/drawingml/2006/main">
            <a:off x="10572750" y="352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05 / 06</a:t>
            </a:r>
          </a:p>
        </p:txBody>
      </p:sp>
      <p:sp>
        <p:nvSpPr>
          <p:cNvPr id="33" name="event-footer">
            <a:extLst xmlns:a="http://schemas.openxmlformats.org/drawingml/2006/main">
              <a:ext uri="{FF2B5EF4-FFF2-40B4-BE49-F238E27FC236}">
                <a16:creationId xmlns:a16="http://schemas.microsoft.com/office/drawing/2014/main" id="{A1F5668F-8A31-48BB-9FBB-720D9950EF2F}"/>
              </a:ext>
            </a:extLst>
          </p:cNvPr>
          <p:cNvSpPr>
            <a:spLocks xmlns:a="http://schemas.openxmlformats.org/drawingml/2006/main" noGrp="1"/>
          </p:cNvSpPr>
          <p:nvPr/>
        </p:nvSpPr>
        <p:spPr>
          <a:xfrm xmlns:a="http://schemas.openxmlformats.org/drawingml/2006/main">
            <a:off x="381000" y="6467475"/>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RAINGENTIC COMMERCE · RAIN + MONAD</a:t>
            </a:r>
          </a:p>
        </p:txBody>
      </p:sp>
      <p:sp>
        <p:nvSpPr>
          <p:cNvPr id="34" name="honesty-footer">
            <a:extLst xmlns:a="http://schemas.openxmlformats.org/drawingml/2006/main">
              <a:ext uri="{FF2B5EF4-FFF2-40B4-BE49-F238E27FC236}">
                <a16:creationId xmlns:a16="http://schemas.microsoft.com/office/drawing/2014/main" id="{30F6F5D9-A3CA-4B4E-94D4-03BB64C27A03}"/>
              </a:ext>
            </a:extLst>
          </p:cNvPr>
          <p:cNvSpPr>
            <a:spLocks xmlns:a="http://schemas.openxmlformats.org/drawingml/2006/main" noGrp="1"/>
          </p:cNvSpPr>
          <p:nvPr/>
        </p:nvSpPr>
        <p:spPr>
          <a:xfrm xmlns:a="http://schemas.openxmlformats.org/drawingml/2006/main">
            <a:off x="6934200" y="6467475"/>
            <a:ext cx="487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SANDBOX / TESTNET CLAIMS REQUIRE RENDERED EVIDENCE</a:t>
            </a:r>
          </a:p>
        </p:txBody>
      </p:sp>
      <p:sp>
        <p:nvSpPr>
          <p:cNvPr id="35" name="eyebrow">
            <a:extLst xmlns:a="http://schemas.openxmlformats.org/drawingml/2006/main">
              <a:ext uri="{FF2B5EF4-FFF2-40B4-BE49-F238E27FC236}">
                <a16:creationId xmlns:a16="http://schemas.microsoft.com/office/drawing/2014/main" id="{23BA7367-CF34-40F4-A7CE-FBF29333C1E8}"/>
              </a:ext>
            </a:extLst>
          </p:cNvPr>
          <p:cNvSpPr>
            <a:spLocks xmlns:a="http://schemas.openxmlformats.org/drawingml/2006/main" noGrp="1"/>
          </p:cNvSpPr>
          <p:nvPr/>
        </p:nvSpPr>
        <p:spPr>
          <a:xfrm xmlns:a="http://schemas.openxmlformats.org/drawingml/2006/main">
            <a:off x="381000" y="1123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04 / AUTHORIZE</a:t>
            </a:r>
          </a:p>
        </p:txBody>
      </p:sp>
      <p:sp>
        <p:nvSpPr>
          <p:cNvPr id="36" name="slide-title">
            <a:extLst xmlns:a="http://schemas.openxmlformats.org/drawingml/2006/main">
              <a:ext uri="{FF2B5EF4-FFF2-40B4-BE49-F238E27FC236}">
                <a16:creationId xmlns:a16="http://schemas.microsoft.com/office/drawing/2014/main" id="{9A086670-6879-4DC8-9892-D14946579E7E}"/>
              </a:ext>
            </a:extLst>
          </p:cNvPr>
          <p:cNvSpPr>
            <a:spLocks xmlns:a="http://schemas.openxmlformats.org/drawingml/2006/main" noGrp="1"/>
          </p:cNvSpPr>
          <p:nvPr/>
        </p:nvSpPr>
        <p:spPr>
          <a:xfrm xmlns:a="http://schemas.openxmlformats.org/drawingml/2006/main">
            <a:off x="381000" y="1409700"/>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750" b="1">
                <a:solidFill>
                  <a:srgbClr val="F1EFE5"/>
                </a:solidFill>
                <a:latin typeface="Arial Black"/>
                <a:ea typeface="Arial Black"/>
                <a:cs typeface="Arial Black"/>
              </a:defRPr>
            </a:pPr>
            <a:r>
              <a:rPr sz="3750" b="1">
                <a:solidFill>
                  <a:srgbClr val="F1EFE5"/>
                </a:solidFill>
                <a:latin typeface="Arial Black"/>
                <a:ea typeface="Arial Black"/>
                <a:cs typeface="Arial Black"/>
              </a:rPr>
              <a:t>CLEAR FIRST. AUTHORIZE SECOND.</a:t>
            </a:r>
          </a:p>
        </p:txBody>
      </p:sp>
      <p:sp>
        <p:nvSpPr>
          <p:cNvPr id="37" name="rain-record-boundary">
            <a:extLst xmlns:a="http://schemas.openxmlformats.org/drawingml/2006/main">
              <a:ext uri="{FF2B5EF4-FFF2-40B4-BE49-F238E27FC236}">
                <a16:creationId xmlns:a16="http://schemas.microsoft.com/office/drawing/2014/main" id="{DD81C99E-3F2E-46F6-8276-809CC3EA4FAF}"/>
              </a:ext>
            </a:extLst>
          </p:cNvPr>
          <p:cNvSpPr>
            <a:spLocks xmlns:a="http://schemas.openxmlformats.org/drawingml/2006/main" noGrp="1"/>
          </p:cNvSpPr>
          <p:nvPr/>
        </p:nvSpPr>
        <p:spPr>
          <a:xfrm xmlns:a="http://schemas.openxmlformats.org/drawingml/2006/main">
            <a:off x="419100" y="2095500"/>
            <a:ext cx="11391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FF2B79"/>
                </a:solidFill>
                <a:latin typeface="Courier New"/>
                <a:ea typeface="Courier New"/>
                <a:cs typeface="Courier New"/>
              </a:defRPr>
            </a:pPr>
            <a:r>
              <a:rPr sz="900" b="1">
                <a:solidFill>
                  <a:srgbClr val="FF2B79"/>
                </a:solidFill>
                <a:latin typeface="Courier New"/>
                <a:ea typeface="Courier New"/>
                <a:cs typeface="Courier New"/>
              </a:rPr>
              <a:t>SOURCE 246d81a · SAME 3 IDS · SAME-DAY IDEMPOTENT REPLAY · NO REAL MONEY</a:t>
            </a:r>
          </a:p>
        </p:txBody>
      </p:sp>
      <p:sp>
        <p:nvSpPr>
          <p:cNvPr id="38" name="capture-label">
            <a:extLst xmlns:a="http://schemas.openxmlformats.org/drawingml/2006/main">
              <a:ext uri="{FF2B5EF4-FFF2-40B4-BE49-F238E27FC236}">
                <a16:creationId xmlns:a16="http://schemas.microsoft.com/office/drawing/2014/main" id="{4E957EED-2A1A-4433-B2BD-E9557BFF0776}"/>
              </a:ext>
            </a:extLst>
          </p:cNvPr>
          <p:cNvSpPr>
            <a:spLocks xmlns:a="http://schemas.openxmlformats.org/drawingml/2006/main" noGrp="1"/>
          </p:cNvSpPr>
          <p:nvPr/>
        </p:nvSpPr>
        <p:spPr>
          <a:xfrm xmlns:a="http://schemas.openxmlformats.org/drawingml/2006/main">
            <a:off x="419100" y="2343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EXACT SETTLED AMOUNT</a:t>
            </a:r>
          </a:p>
        </p:txBody>
      </p:sp>
      <p:sp>
        <p:nvSpPr>
          <p:cNvPr id="39" name="mcc-label">
            <a:extLst xmlns:a="http://schemas.openxmlformats.org/drawingml/2006/main">
              <a:ext uri="{FF2B5EF4-FFF2-40B4-BE49-F238E27FC236}">
                <a16:creationId xmlns:a16="http://schemas.microsoft.com/office/drawing/2014/main" id="{7252A3C7-709D-46BD-B73D-5DC39E9DEDE8}"/>
              </a:ext>
            </a:extLst>
          </p:cNvPr>
          <p:cNvSpPr>
            <a:spLocks xmlns:a="http://schemas.openxmlformats.org/drawingml/2006/main" noGrp="1"/>
          </p:cNvSpPr>
          <p:nvPr/>
        </p:nvSpPr>
        <p:spPr>
          <a:xfrm xmlns:a="http://schemas.openxmlformats.org/drawingml/2006/main">
            <a:off x="7581900" y="23431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C7F52F"/>
                </a:solidFill>
                <a:latin typeface="Courier New"/>
                <a:ea typeface="Courier New"/>
                <a:cs typeface="Courier New"/>
              </a:defRPr>
            </a:pPr>
            <a:r>
              <a:rPr sz="1200" b="1">
                <a:solidFill>
                  <a:srgbClr val="C7F52F"/>
                </a:solidFill>
                <a:latin typeface="Courier New"/>
                <a:ea typeface="Courier New"/>
                <a:cs typeface="Courier New"/>
              </a:rPr>
              <a:t>ALLOWED MCC</a:t>
            </a:r>
          </a:p>
        </p:txBody>
      </p:sp>
      <p:sp>
        <p:nvSpPr>
          <p:cNvPr id="40" name="authority-label">
            <a:extLst xmlns:a="http://schemas.openxmlformats.org/drawingml/2006/main">
              <a:ext uri="{FF2B5EF4-FFF2-40B4-BE49-F238E27FC236}">
                <a16:creationId xmlns:a16="http://schemas.microsoft.com/office/drawing/2014/main" id="{56BDF205-809B-4516-A74E-0030EB77B344}"/>
              </a:ext>
            </a:extLst>
          </p:cNvPr>
          <p:cNvSpPr>
            <a:spLocks xmlns:a="http://schemas.openxmlformats.org/drawingml/2006/main" noGrp="1"/>
          </p:cNvSpPr>
          <p:nvPr/>
        </p:nvSpPr>
        <p:spPr>
          <a:xfrm xmlns:a="http://schemas.openxmlformats.org/drawingml/2006/main">
            <a:off x="10020300" y="23431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C7F52F"/>
                </a:solidFill>
                <a:latin typeface="Courier New"/>
                <a:ea typeface="Courier New"/>
                <a:cs typeface="Courier New"/>
              </a:defRPr>
            </a:pPr>
            <a:r>
              <a:rPr sz="1200" b="1">
                <a:solidFill>
                  <a:srgbClr val="C7F52F"/>
                </a:solidFill>
                <a:latin typeface="Courier New"/>
                <a:ea typeface="Courier New"/>
                <a:cs typeface="Courier New"/>
              </a:rPr>
              <a:t>SCOPED CARD</a:t>
            </a:r>
          </a:p>
        </p:txBody>
      </p:sp>
      <p:sp>
        <p:nvSpPr>
          <p:cNvPr id="41" name="capture-index-0">
            <a:extLst xmlns:a="http://schemas.openxmlformats.org/drawingml/2006/main">
              <a:ext uri="{FF2B5EF4-FFF2-40B4-BE49-F238E27FC236}">
                <a16:creationId xmlns:a16="http://schemas.microsoft.com/office/drawing/2014/main" id="{0C7F20AF-4D42-4037-AFDC-A99E8F50AEA3}"/>
              </a:ext>
            </a:extLst>
          </p:cNvPr>
          <p:cNvSpPr>
            <a:spLocks xmlns:a="http://schemas.openxmlformats.org/drawingml/2006/main" noGrp="1"/>
          </p:cNvSpPr>
          <p:nvPr/>
        </p:nvSpPr>
        <p:spPr>
          <a:xfrm xmlns:a="http://schemas.openxmlformats.org/drawingml/2006/main">
            <a:off x="419100" y="27432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01</a:t>
            </a:r>
          </a:p>
        </p:txBody>
      </p:sp>
      <p:sp>
        <p:nvSpPr>
          <p:cNvPr id="42" name="capture-who-0">
            <a:extLst xmlns:a="http://schemas.openxmlformats.org/drawingml/2006/main">
              <a:ext uri="{FF2B5EF4-FFF2-40B4-BE49-F238E27FC236}">
                <a16:creationId xmlns:a16="http://schemas.microsoft.com/office/drawing/2014/main" id="{35D33418-1D34-4594-B1F1-862A2CC96285}"/>
              </a:ext>
            </a:extLst>
          </p:cNvPr>
          <p:cNvSpPr>
            <a:spLocks xmlns:a="http://schemas.openxmlformats.org/drawingml/2006/main" noGrp="1"/>
          </p:cNvSpPr>
          <p:nvPr/>
        </p:nvSpPr>
        <p:spPr>
          <a:xfrm xmlns:a="http://schemas.openxmlformats.org/drawingml/2006/main">
            <a:off x="876300" y="27432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3D1C8"/>
                </a:solidFill>
                <a:latin typeface="Courier New"/>
                <a:ea typeface="Courier New"/>
                <a:cs typeface="Courier New"/>
              </a:defRPr>
            </a:pPr>
            <a:r>
              <a:rPr sz="1350" b="0">
                <a:solidFill>
                  <a:srgbClr val="D3D1C8"/>
                </a:solidFill>
                <a:latin typeface="Courier New"/>
                <a:ea typeface="Courier New"/>
                <a:cs typeface="Courier New"/>
              </a:rPr>
              <a:t>HARBOR LABS · 3 UNITS</a:t>
            </a:r>
          </a:p>
        </p:txBody>
      </p:sp>
      <p:sp>
        <p:nvSpPr>
          <p:cNvPr id="43" name="capture-amount-0">
            <a:extLst xmlns:a="http://schemas.openxmlformats.org/drawingml/2006/main">
              <a:ext uri="{FF2B5EF4-FFF2-40B4-BE49-F238E27FC236}">
                <a16:creationId xmlns:a16="http://schemas.microsoft.com/office/drawing/2014/main" id="{4706FE72-12BA-41C6-B1C7-2657A80065B8}"/>
              </a:ext>
            </a:extLst>
          </p:cNvPr>
          <p:cNvSpPr>
            <a:spLocks xmlns:a="http://schemas.openxmlformats.org/drawingml/2006/main" noGrp="1"/>
          </p:cNvSpPr>
          <p:nvPr/>
        </p:nvSpPr>
        <p:spPr>
          <a:xfrm xmlns:a="http://schemas.openxmlformats.org/drawingml/2006/main">
            <a:off x="4324350" y="2619375"/>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850" b="1">
                <a:solidFill>
                  <a:srgbClr val="F1EFE5"/>
                </a:solidFill>
                <a:latin typeface="Arial Black"/>
                <a:ea typeface="Arial Black"/>
                <a:cs typeface="Arial Black"/>
              </a:defRPr>
            </a:pPr>
            <a:r>
              <a:rPr sz="2850" b="1">
                <a:solidFill>
                  <a:srgbClr val="F1EFE5"/>
                </a:solidFill>
                <a:latin typeface="Arial Black"/>
                <a:ea typeface="Arial Black"/>
                <a:cs typeface="Arial Black"/>
              </a:rPr>
              <a:t>$1,167</a:t>
            </a:r>
          </a:p>
        </p:txBody>
      </p:sp>
      <p:sp>
        <p:nvSpPr>
          <p:cNvPr id="44" name="capture-scope-0">
            <a:extLst xmlns:a="http://schemas.openxmlformats.org/drawingml/2006/main">
              <a:ext uri="{FF2B5EF4-FFF2-40B4-BE49-F238E27FC236}">
                <a16:creationId xmlns:a16="http://schemas.microsoft.com/office/drawing/2014/main" id="{E84D46EF-259A-4752-8DA4-A53B6999CD51}"/>
              </a:ext>
            </a:extLst>
          </p:cNvPr>
          <p:cNvSpPr>
            <a:spLocks xmlns:a="http://schemas.openxmlformats.org/drawingml/2006/main" noGrp="1"/>
          </p:cNvSpPr>
          <p:nvPr/>
        </p:nvSpPr>
        <p:spPr>
          <a:xfrm xmlns:a="http://schemas.openxmlformats.org/drawingml/2006/main">
            <a:off x="6419850" y="2857500"/>
            <a:ext cx="2857500" cy="0"/>
          </a:xfrm>
          <a:prstGeom xmlns:a="http://schemas.openxmlformats.org/drawingml/2006/main" prst="line">
            <a:avLst/>
          </a:prstGeom>
          <a:noFill xmlns:a="http://schemas.openxmlformats.org/drawingml/2006/main"/>
          <a:ln xmlns:a="http://schemas.openxmlformats.org/drawingml/2006/main" w="19050">
            <a:solidFill>
              <a:srgbClr val="7C9920"/>
            </a:solidFill>
            <a:prstDash val="solid"/>
          </a:ln>
        </p:spPr>
      </p:sp>
      <p:sp>
        <p:nvSpPr>
          <p:cNvPr id="45" name="capture-node-0">
            <a:extLst xmlns:a="http://schemas.openxmlformats.org/drawingml/2006/main">
              <a:ext uri="{FF2B5EF4-FFF2-40B4-BE49-F238E27FC236}">
                <a16:creationId xmlns:a16="http://schemas.microsoft.com/office/drawing/2014/main" id="{052BED27-6EF0-41EA-895E-6BE27AB8BAB5}"/>
              </a:ext>
            </a:extLst>
          </p:cNvPr>
          <p:cNvSpPr>
            <a:spLocks xmlns:a="http://schemas.openxmlformats.org/drawingml/2006/main" noGrp="1"/>
          </p:cNvSpPr>
          <p:nvPr/>
        </p:nvSpPr>
        <p:spPr>
          <a:xfrm xmlns:a="http://schemas.openxmlformats.org/drawingml/2006/main">
            <a:off x="9191625" y="2790825"/>
            <a:ext cx="133350" cy="133350"/>
          </a:xfrm>
          <a:prstGeom xmlns:a="http://schemas.openxmlformats.org/drawingml/2006/main" prst="ellipse">
            <a:avLst/>
          </a:prstGeom>
          <a:solidFill xmlns:a="http://schemas.openxmlformats.org/drawingml/2006/main">
            <a:srgbClr val="C7F52F"/>
          </a:solidFill>
          <a:ln xmlns:a="http://schemas.openxmlformats.org/drawingml/2006/main" w="0">
            <a:noFill/>
            <a:prstDash val="solid"/>
          </a:ln>
        </p:spPr>
      </p:sp>
      <p:sp>
        <p:nvSpPr>
          <p:cNvPr id="46" name="capture-mcc-0">
            <a:extLst xmlns:a="http://schemas.openxmlformats.org/drawingml/2006/main">
              <a:ext uri="{FF2B5EF4-FFF2-40B4-BE49-F238E27FC236}">
                <a16:creationId xmlns:a16="http://schemas.microsoft.com/office/drawing/2014/main" id="{57CEBD74-8C8D-49C1-B4E8-B224AF91657D}"/>
              </a:ext>
            </a:extLst>
          </p:cNvPr>
          <p:cNvSpPr>
            <a:spLocks xmlns:a="http://schemas.openxmlformats.org/drawingml/2006/main" noGrp="1"/>
          </p:cNvSpPr>
          <p:nvPr/>
        </p:nvSpPr>
        <p:spPr>
          <a:xfrm xmlns:a="http://schemas.openxmlformats.org/drawingml/2006/main">
            <a:off x="9525000" y="2724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C7F52F"/>
                </a:solidFill>
                <a:latin typeface="Courier New"/>
                <a:ea typeface="Courier New"/>
                <a:cs typeface="Courier New"/>
              </a:defRPr>
            </a:pPr>
            <a:r>
              <a:rPr sz="1875" b="1">
                <a:solidFill>
                  <a:srgbClr val="C7F52F"/>
                </a:solidFill>
                <a:latin typeface="Courier New"/>
                <a:ea typeface="Courier New"/>
                <a:cs typeface="Courier New"/>
              </a:rPr>
              <a:t>5732</a:t>
            </a:r>
          </a:p>
        </p:txBody>
      </p:sp>
      <p:sp>
        <p:nvSpPr>
          <p:cNvPr id="47" name="capture-scope-label-0">
            <a:extLst xmlns:a="http://schemas.openxmlformats.org/drawingml/2006/main">
              <a:ext uri="{FF2B5EF4-FFF2-40B4-BE49-F238E27FC236}">
                <a16:creationId xmlns:a16="http://schemas.microsoft.com/office/drawing/2014/main" id="{7F6CE1B6-20F0-4E20-9E48-FF4DDE3CE671}"/>
              </a:ext>
            </a:extLst>
          </p:cNvPr>
          <p:cNvSpPr>
            <a:spLocks xmlns:a="http://schemas.openxmlformats.org/drawingml/2006/main" noGrp="1"/>
          </p:cNvSpPr>
          <p:nvPr/>
        </p:nvSpPr>
        <p:spPr>
          <a:xfrm xmlns:a="http://schemas.openxmlformats.org/drawingml/2006/main">
            <a:off x="10820400" y="2752725"/>
            <a:ext cx="990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D3D1C8"/>
                </a:solidFill>
                <a:latin typeface="Courier New"/>
                <a:ea typeface="Courier New"/>
                <a:cs typeface="Courier New"/>
              </a:defRPr>
            </a:pPr>
            <a:r>
              <a:rPr sz="1275" b="1">
                <a:solidFill>
                  <a:srgbClr val="D3D1C8"/>
                </a:solidFill>
                <a:latin typeface="Courier New"/>
                <a:ea typeface="Courier New"/>
                <a:cs typeface="Courier New"/>
              </a:rPr>
              <a:t>SCOPED</a:t>
            </a:r>
          </a:p>
        </p:txBody>
      </p:sp>
      <p:sp>
        <p:nvSpPr>
          <p:cNvPr id="48" name="capture-rule-0">
            <a:extLst xmlns:a="http://schemas.openxmlformats.org/drawingml/2006/main">
              <a:ext uri="{FF2B5EF4-FFF2-40B4-BE49-F238E27FC236}">
                <a16:creationId xmlns:a16="http://schemas.microsoft.com/office/drawing/2014/main" id="{F3A31090-24EB-4A57-BD1A-427E7FF58E01}"/>
              </a:ext>
            </a:extLst>
          </p:cNvPr>
          <p:cNvSpPr>
            <a:spLocks xmlns:a="http://schemas.openxmlformats.org/drawingml/2006/main" noGrp="1"/>
          </p:cNvSpPr>
          <p:nvPr/>
        </p:nvSpPr>
        <p:spPr>
          <a:xfrm xmlns:a="http://schemas.openxmlformats.org/drawingml/2006/main">
            <a:off x="419100" y="3257550"/>
            <a:ext cx="113919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49" name="capture-index-1">
            <a:extLst xmlns:a="http://schemas.openxmlformats.org/drawingml/2006/main">
              <a:ext uri="{FF2B5EF4-FFF2-40B4-BE49-F238E27FC236}">
                <a16:creationId xmlns:a16="http://schemas.microsoft.com/office/drawing/2014/main" id="{40746F40-A4E1-4E91-BC28-A7B21521067F}"/>
              </a:ext>
            </a:extLst>
          </p:cNvPr>
          <p:cNvSpPr>
            <a:spLocks xmlns:a="http://schemas.openxmlformats.org/drawingml/2006/main" noGrp="1"/>
          </p:cNvSpPr>
          <p:nvPr/>
        </p:nvSpPr>
        <p:spPr>
          <a:xfrm xmlns:a="http://schemas.openxmlformats.org/drawingml/2006/main">
            <a:off x="419100" y="35623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02</a:t>
            </a:r>
          </a:p>
        </p:txBody>
      </p:sp>
      <p:sp>
        <p:nvSpPr>
          <p:cNvPr id="50" name="capture-who-1">
            <a:extLst xmlns:a="http://schemas.openxmlformats.org/drawingml/2006/main">
              <a:ext uri="{FF2B5EF4-FFF2-40B4-BE49-F238E27FC236}">
                <a16:creationId xmlns:a16="http://schemas.microsoft.com/office/drawing/2014/main" id="{8EAA37DA-56DD-4C9C-BD0D-DA8195A7A66B}"/>
              </a:ext>
            </a:extLst>
          </p:cNvPr>
          <p:cNvSpPr>
            <a:spLocks xmlns:a="http://schemas.openxmlformats.org/drawingml/2006/main" noGrp="1"/>
          </p:cNvSpPr>
          <p:nvPr/>
        </p:nvSpPr>
        <p:spPr>
          <a:xfrm xmlns:a="http://schemas.openxmlformats.org/drawingml/2006/main">
            <a:off x="876300" y="35623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3D1C8"/>
                </a:solidFill>
                <a:latin typeface="Courier New"/>
                <a:ea typeface="Courier New"/>
                <a:cs typeface="Courier New"/>
              </a:defRPr>
            </a:pPr>
            <a:r>
              <a:rPr sz="1350" b="0">
                <a:solidFill>
                  <a:srgbClr val="D3D1C8"/>
                </a:solidFill>
                <a:latin typeface="Courier New"/>
                <a:ea typeface="Courier New"/>
                <a:cs typeface="Courier New"/>
              </a:rPr>
              <a:t>PATCHWORK AI · 4 UNITS</a:t>
            </a:r>
          </a:p>
        </p:txBody>
      </p:sp>
      <p:sp>
        <p:nvSpPr>
          <p:cNvPr id="51" name="capture-amount-1">
            <a:extLst xmlns:a="http://schemas.openxmlformats.org/drawingml/2006/main">
              <a:ext uri="{FF2B5EF4-FFF2-40B4-BE49-F238E27FC236}">
                <a16:creationId xmlns:a16="http://schemas.microsoft.com/office/drawing/2014/main" id="{5FFC4DEC-EC71-4F40-81F5-A2F43E65C42D}"/>
              </a:ext>
            </a:extLst>
          </p:cNvPr>
          <p:cNvSpPr>
            <a:spLocks xmlns:a="http://schemas.openxmlformats.org/drawingml/2006/main" noGrp="1"/>
          </p:cNvSpPr>
          <p:nvPr/>
        </p:nvSpPr>
        <p:spPr>
          <a:xfrm xmlns:a="http://schemas.openxmlformats.org/drawingml/2006/main">
            <a:off x="4324350" y="3438525"/>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850" b="1">
                <a:solidFill>
                  <a:srgbClr val="F1EFE5"/>
                </a:solidFill>
                <a:latin typeface="Arial Black"/>
                <a:ea typeface="Arial Black"/>
                <a:cs typeface="Arial Black"/>
              </a:defRPr>
            </a:pPr>
            <a:r>
              <a:rPr sz="2850" b="1">
                <a:solidFill>
                  <a:srgbClr val="F1EFE5"/>
                </a:solidFill>
                <a:latin typeface="Arial Black"/>
                <a:ea typeface="Arial Black"/>
                <a:cs typeface="Arial Black"/>
              </a:rPr>
              <a:t>$1,556</a:t>
            </a:r>
          </a:p>
        </p:txBody>
      </p:sp>
      <p:sp>
        <p:nvSpPr>
          <p:cNvPr id="52" name="capture-scope-1">
            <a:extLst xmlns:a="http://schemas.openxmlformats.org/drawingml/2006/main">
              <a:ext uri="{FF2B5EF4-FFF2-40B4-BE49-F238E27FC236}">
                <a16:creationId xmlns:a16="http://schemas.microsoft.com/office/drawing/2014/main" id="{CEA8A312-4677-408F-9A60-441925AB6741}"/>
              </a:ext>
            </a:extLst>
          </p:cNvPr>
          <p:cNvSpPr>
            <a:spLocks xmlns:a="http://schemas.openxmlformats.org/drawingml/2006/main" noGrp="1"/>
          </p:cNvSpPr>
          <p:nvPr/>
        </p:nvSpPr>
        <p:spPr>
          <a:xfrm xmlns:a="http://schemas.openxmlformats.org/drawingml/2006/main">
            <a:off x="6419850" y="3676650"/>
            <a:ext cx="2857500" cy="0"/>
          </a:xfrm>
          <a:prstGeom xmlns:a="http://schemas.openxmlformats.org/drawingml/2006/main" prst="line">
            <a:avLst/>
          </a:prstGeom>
          <a:noFill xmlns:a="http://schemas.openxmlformats.org/drawingml/2006/main"/>
          <a:ln xmlns:a="http://schemas.openxmlformats.org/drawingml/2006/main" w="19050">
            <a:solidFill>
              <a:srgbClr val="7C9920"/>
            </a:solidFill>
            <a:prstDash val="solid"/>
          </a:ln>
        </p:spPr>
      </p:sp>
      <p:sp>
        <p:nvSpPr>
          <p:cNvPr id="53" name="capture-node-1">
            <a:extLst xmlns:a="http://schemas.openxmlformats.org/drawingml/2006/main">
              <a:ext uri="{FF2B5EF4-FFF2-40B4-BE49-F238E27FC236}">
                <a16:creationId xmlns:a16="http://schemas.microsoft.com/office/drawing/2014/main" id="{538B6B40-1009-41C1-ADE2-13BEAF2607E8}"/>
              </a:ext>
            </a:extLst>
          </p:cNvPr>
          <p:cNvSpPr>
            <a:spLocks xmlns:a="http://schemas.openxmlformats.org/drawingml/2006/main" noGrp="1"/>
          </p:cNvSpPr>
          <p:nvPr/>
        </p:nvSpPr>
        <p:spPr>
          <a:xfrm xmlns:a="http://schemas.openxmlformats.org/drawingml/2006/main">
            <a:off x="9191625" y="3609975"/>
            <a:ext cx="133350" cy="133350"/>
          </a:xfrm>
          <a:prstGeom xmlns:a="http://schemas.openxmlformats.org/drawingml/2006/main" prst="ellipse">
            <a:avLst/>
          </a:prstGeom>
          <a:solidFill xmlns:a="http://schemas.openxmlformats.org/drawingml/2006/main">
            <a:srgbClr val="C7F52F"/>
          </a:solidFill>
          <a:ln xmlns:a="http://schemas.openxmlformats.org/drawingml/2006/main" w="0">
            <a:noFill/>
            <a:prstDash val="solid"/>
          </a:ln>
        </p:spPr>
      </p:sp>
      <p:sp>
        <p:nvSpPr>
          <p:cNvPr id="54" name="capture-mcc-1">
            <a:extLst xmlns:a="http://schemas.openxmlformats.org/drawingml/2006/main">
              <a:ext uri="{FF2B5EF4-FFF2-40B4-BE49-F238E27FC236}">
                <a16:creationId xmlns:a16="http://schemas.microsoft.com/office/drawing/2014/main" id="{6DDD3010-ECEF-47D8-AE42-287443DB522E}"/>
              </a:ext>
            </a:extLst>
          </p:cNvPr>
          <p:cNvSpPr>
            <a:spLocks xmlns:a="http://schemas.openxmlformats.org/drawingml/2006/main" noGrp="1"/>
          </p:cNvSpPr>
          <p:nvPr/>
        </p:nvSpPr>
        <p:spPr>
          <a:xfrm xmlns:a="http://schemas.openxmlformats.org/drawingml/2006/main">
            <a:off x="9525000" y="354330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C7F52F"/>
                </a:solidFill>
                <a:latin typeface="Courier New"/>
                <a:ea typeface="Courier New"/>
                <a:cs typeface="Courier New"/>
              </a:defRPr>
            </a:pPr>
            <a:r>
              <a:rPr sz="1875" b="1">
                <a:solidFill>
                  <a:srgbClr val="C7F52F"/>
                </a:solidFill>
                <a:latin typeface="Courier New"/>
                <a:ea typeface="Courier New"/>
                <a:cs typeface="Courier New"/>
              </a:rPr>
              <a:t>5732</a:t>
            </a:r>
          </a:p>
        </p:txBody>
      </p:sp>
      <p:sp>
        <p:nvSpPr>
          <p:cNvPr id="55" name="capture-scope-label-1">
            <a:extLst xmlns:a="http://schemas.openxmlformats.org/drawingml/2006/main">
              <a:ext uri="{FF2B5EF4-FFF2-40B4-BE49-F238E27FC236}">
                <a16:creationId xmlns:a16="http://schemas.microsoft.com/office/drawing/2014/main" id="{3CFDC28A-C09B-4EDB-AB0D-B17D16B0253E}"/>
              </a:ext>
            </a:extLst>
          </p:cNvPr>
          <p:cNvSpPr>
            <a:spLocks xmlns:a="http://schemas.openxmlformats.org/drawingml/2006/main" noGrp="1"/>
          </p:cNvSpPr>
          <p:nvPr/>
        </p:nvSpPr>
        <p:spPr>
          <a:xfrm xmlns:a="http://schemas.openxmlformats.org/drawingml/2006/main">
            <a:off x="10820400" y="3571875"/>
            <a:ext cx="990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D3D1C8"/>
                </a:solidFill>
                <a:latin typeface="Courier New"/>
                <a:ea typeface="Courier New"/>
                <a:cs typeface="Courier New"/>
              </a:defRPr>
            </a:pPr>
            <a:r>
              <a:rPr sz="1275" b="1">
                <a:solidFill>
                  <a:srgbClr val="D3D1C8"/>
                </a:solidFill>
                <a:latin typeface="Courier New"/>
                <a:ea typeface="Courier New"/>
                <a:cs typeface="Courier New"/>
              </a:rPr>
              <a:t>SCOPED</a:t>
            </a:r>
          </a:p>
        </p:txBody>
      </p:sp>
      <p:sp>
        <p:nvSpPr>
          <p:cNvPr id="56" name="capture-rule-1">
            <a:extLst xmlns:a="http://schemas.openxmlformats.org/drawingml/2006/main">
              <a:ext uri="{FF2B5EF4-FFF2-40B4-BE49-F238E27FC236}">
                <a16:creationId xmlns:a16="http://schemas.microsoft.com/office/drawing/2014/main" id="{21F3454F-B26D-437A-A9D6-6E0B89409954}"/>
              </a:ext>
            </a:extLst>
          </p:cNvPr>
          <p:cNvSpPr>
            <a:spLocks xmlns:a="http://schemas.openxmlformats.org/drawingml/2006/main" noGrp="1"/>
          </p:cNvSpPr>
          <p:nvPr/>
        </p:nvSpPr>
        <p:spPr>
          <a:xfrm xmlns:a="http://schemas.openxmlformats.org/drawingml/2006/main">
            <a:off x="419100" y="4076700"/>
            <a:ext cx="113919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57" name="capture-index-2">
            <a:extLst xmlns:a="http://schemas.openxmlformats.org/drawingml/2006/main">
              <a:ext uri="{FF2B5EF4-FFF2-40B4-BE49-F238E27FC236}">
                <a16:creationId xmlns:a16="http://schemas.microsoft.com/office/drawing/2014/main" id="{9EC9A399-B5F8-4F4F-B332-BB4A3008C85E}"/>
              </a:ext>
            </a:extLst>
          </p:cNvPr>
          <p:cNvSpPr>
            <a:spLocks xmlns:a="http://schemas.openxmlformats.org/drawingml/2006/main" noGrp="1"/>
          </p:cNvSpPr>
          <p:nvPr/>
        </p:nvSpPr>
        <p:spPr>
          <a:xfrm xmlns:a="http://schemas.openxmlformats.org/drawingml/2006/main">
            <a:off x="419100" y="43815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858B84"/>
                </a:solidFill>
                <a:latin typeface="Courier New"/>
                <a:ea typeface="Courier New"/>
                <a:cs typeface="Courier New"/>
              </a:defRPr>
            </a:pPr>
            <a:r>
              <a:rPr sz="1125" b="0">
                <a:solidFill>
                  <a:srgbClr val="858B84"/>
                </a:solidFill>
                <a:latin typeface="Courier New"/>
                <a:ea typeface="Courier New"/>
                <a:cs typeface="Courier New"/>
              </a:rPr>
              <a:t>03</a:t>
            </a:r>
          </a:p>
        </p:txBody>
      </p:sp>
      <p:sp>
        <p:nvSpPr>
          <p:cNvPr id="58" name="capture-who-2">
            <a:extLst xmlns:a="http://schemas.openxmlformats.org/drawingml/2006/main">
              <a:ext uri="{FF2B5EF4-FFF2-40B4-BE49-F238E27FC236}">
                <a16:creationId xmlns:a16="http://schemas.microsoft.com/office/drawing/2014/main" id="{B7D780D2-6891-4B66-ADAF-5A914B75EC24}"/>
              </a:ext>
            </a:extLst>
          </p:cNvPr>
          <p:cNvSpPr>
            <a:spLocks xmlns:a="http://schemas.openxmlformats.org/drawingml/2006/main" noGrp="1"/>
          </p:cNvSpPr>
          <p:nvPr/>
        </p:nvSpPr>
        <p:spPr>
          <a:xfrm xmlns:a="http://schemas.openxmlformats.org/drawingml/2006/main">
            <a:off x="876300" y="438150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3D1C8"/>
                </a:solidFill>
                <a:latin typeface="Courier New"/>
                <a:ea typeface="Courier New"/>
                <a:cs typeface="Courier New"/>
              </a:defRPr>
            </a:pPr>
            <a:r>
              <a:rPr sz="1350" b="0">
                <a:solidFill>
                  <a:srgbClr val="D3D1C8"/>
                </a:solidFill>
                <a:latin typeface="Courier New"/>
                <a:ea typeface="Courier New"/>
                <a:cs typeface="Courier New"/>
              </a:rPr>
              <a:t>KERNEL WORKS · 5 UNITS</a:t>
            </a:r>
          </a:p>
        </p:txBody>
      </p:sp>
      <p:sp>
        <p:nvSpPr>
          <p:cNvPr id="59" name="capture-amount-2">
            <a:extLst xmlns:a="http://schemas.openxmlformats.org/drawingml/2006/main">
              <a:ext uri="{FF2B5EF4-FFF2-40B4-BE49-F238E27FC236}">
                <a16:creationId xmlns:a16="http://schemas.microsoft.com/office/drawing/2014/main" id="{EF7D1D49-139C-482F-8555-A5038BFE835F}"/>
              </a:ext>
            </a:extLst>
          </p:cNvPr>
          <p:cNvSpPr>
            <a:spLocks xmlns:a="http://schemas.openxmlformats.org/drawingml/2006/main" noGrp="1"/>
          </p:cNvSpPr>
          <p:nvPr/>
        </p:nvSpPr>
        <p:spPr>
          <a:xfrm xmlns:a="http://schemas.openxmlformats.org/drawingml/2006/main">
            <a:off x="4324350" y="4257675"/>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850" b="1">
                <a:solidFill>
                  <a:srgbClr val="F1EFE5"/>
                </a:solidFill>
                <a:latin typeface="Arial Black"/>
                <a:ea typeface="Arial Black"/>
                <a:cs typeface="Arial Black"/>
              </a:defRPr>
            </a:pPr>
            <a:r>
              <a:rPr sz="2850" b="1">
                <a:solidFill>
                  <a:srgbClr val="F1EFE5"/>
                </a:solidFill>
                <a:latin typeface="Arial Black"/>
                <a:ea typeface="Arial Black"/>
                <a:cs typeface="Arial Black"/>
              </a:rPr>
              <a:t>$1,945</a:t>
            </a:r>
          </a:p>
        </p:txBody>
      </p:sp>
      <p:sp>
        <p:nvSpPr>
          <p:cNvPr id="60" name="capture-scope-2">
            <a:extLst xmlns:a="http://schemas.openxmlformats.org/drawingml/2006/main">
              <a:ext uri="{FF2B5EF4-FFF2-40B4-BE49-F238E27FC236}">
                <a16:creationId xmlns:a16="http://schemas.microsoft.com/office/drawing/2014/main" id="{8690869F-F2A4-4E1F-B9A2-46568C06B70D}"/>
              </a:ext>
            </a:extLst>
          </p:cNvPr>
          <p:cNvSpPr>
            <a:spLocks xmlns:a="http://schemas.openxmlformats.org/drawingml/2006/main" noGrp="1"/>
          </p:cNvSpPr>
          <p:nvPr/>
        </p:nvSpPr>
        <p:spPr>
          <a:xfrm xmlns:a="http://schemas.openxmlformats.org/drawingml/2006/main">
            <a:off x="6419850" y="4495800"/>
            <a:ext cx="2857500" cy="0"/>
          </a:xfrm>
          <a:prstGeom xmlns:a="http://schemas.openxmlformats.org/drawingml/2006/main" prst="line">
            <a:avLst/>
          </a:prstGeom>
          <a:noFill xmlns:a="http://schemas.openxmlformats.org/drawingml/2006/main"/>
          <a:ln xmlns:a="http://schemas.openxmlformats.org/drawingml/2006/main" w="19050">
            <a:solidFill>
              <a:srgbClr val="7C9920"/>
            </a:solidFill>
            <a:prstDash val="solid"/>
          </a:ln>
        </p:spPr>
      </p:sp>
      <p:sp>
        <p:nvSpPr>
          <p:cNvPr id="61" name="capture-node-2">
            <a:extLst xmlns:a="http://schemas.openxmlformats.org/drawingml/2006/main">
              <a:ext uri="{FF2B5EF4-FFF2-40B4-BE49-F238E27FC236}">
                <a16:creationId xmlns:a16="http://schemas.microsoft.com/office/drawing/2014/main" id="{CC7C7C18-1D60-4B87-8761-C3ECA95FA2D5}"/>
              </a:ext>
            </a:extLst>
          </p:cNvPr>
          <p:cNvSpPr>
            <a:spLocks xmlns:a="http://schemas.openxmlformats.org/drawingml/2006/main" noGrp="1"/>
          </p:cNvSpPr>
          <p:nvPr/>
        </p:nvSpPr>
        <p:spPr>
          <a:xfrm xmlns:a="http://schemas.openxmlformats.org/drawingml/2006/main">
            <a:off x="9191625" y="4429125"/>
            <a:ext cx="133350" cy="133350"/>
          </a:xfrm>
          <a:prstGeom xmlns:a="http://schemas.openxmlformats.org/drawingml/2006/main" prst="ellipse">
            <a:avLst/>
          </a:prstGeom>
          <a:solidFill xmlns:a="http://schemas.openxmlformats.org/drawingml/2006/main">
            <a:srgbClr val="C7F52F"/>
          </a:solidFill>
          <a:ln xmlns:a="http://schemas.openxmlformats.org/drawingml/2006/main" w="0">
            <a:noFill/>
            <a:prstDash val="solid"/>
          </a:ln>
        </p:spPr>
      </p:sp>
      <p:sp>
        <p:nvSpPr>
          <p:cNvPr id="62" name="capture-mcc-2">
            <a:extLst xmlns:a="http://schemas.openxmlformats.org/drawingml/2006/main">
              <a:ext uri="{FF2B5EF4-FFF2-40B4-BE49-F238E27FC236}">
                <a16:creationId xmlns:a16="http://schemas.microsoft.com/office/drawing/2014/main" id="{13C958A3-0CC4-4F48-826C-BA75F65A4B08}"/>
              </a:ext>
            </a:extLst>
          </p:cNvPr>
          <p:cNvSpPr>
            <a:spLocks xmlns:a="http://schemas.openxmlformats.org/drawingml/2006/main" noGrp="1"/>
          </p:cNvSpPr>
          <p:nvPr/>
        </p:nvSpPr>
        <p:spPr>
          <a:xfrm xmlns:a="http://schemas.openxmlformats.org/drawingml/2006/main">
            <a:off x="9525000" y="4362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C7F52F"/>
                </a:solidFill>
                <a:latin typeface="Courier New"/>
                <a:ea typeface="Courier New"/>
                <a:cs typeface="Courier New"/>
              </a:defRPr>
            </a:pPr>
            <a:r>
              <a:rPr sz="1875" b="1">
                <a:solidFill>
                  <a:srgbClr val="C7F52F"/>
                </a:solidFill>
                <a:latin typeface="Courier New"/>
                <a:ea typeface="Courier New"/>
                <a:cs typeface="Courier New"/>
              </a:rPr>
              <a:t>5732</a:t>
            </a:r>
          </a:p>
        </p:txBody>
      </p:sp>
      <p:sp>
        <p:nvSpPr>
          <p:cNvPr id="63" name="capture-scope-label-2">
            <a:extLst xmlns:a="http://schemas.openxmlformats.org/drawingml/2006/main">
              <a:ext uri="{FF2B5EF4-FFF2-40B4-BE49-F238E27FC236}">
                <a16:creationId xmlns:a16="http://schemas.microsoft.com/office/drawing/2014/main" id="{630BF796-BC4D-4B7B-AED2-79563F477AE7}"/>
              </a:ext>
            </a:extLst>
          </p:cNvPr>
          <p:cNvSpPr>
            <a:spLocks xmlns:a="http://schemas.openxmlformats.org/drawingml/2006/main" noGrp="1"/>
          </p:cNvSpPr>
          <p:nvPr/>
        </p:nvSpPr>
        <p:spPr>
          <a:xfrm xmlns:a="http://schemas.openxmlformats.org/drawingml/2006/main">
            <a:off x="10820400" y="4391025"/>
            <a:ext cx="990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1">
                <a:solidFill>
                  <a:srgbClr val="D3D1C8"/>
                </a:solidFill>
                <a:latin typeface="Courier New"/>
                <a:ea typeface="Courier New"/>
                <a:cs typeface="Courier New"/>
              </a:defRPr>
            </a:pPr>
            <a:r>
              <a:rPr sz="1275" b="1">
                <a:solidFill>
                  <a:srgbClr val="D3D1C8"/>
                </a:solidFill>
                <a:latin typeface="Courier New"/>
                <a:ea typeface="Courier New"/>
                <a:cs typeface="Courier New"/>
              </a:rPr>
              <a:t>SCOPED</a:t>
            </a:r>
          </a:p>
        </p:txBody>
      </p:sp>
      <p:sp>
        <p:nvSpPr>
          <p:cNvPr id="64" name="capture-rule-2">
            <a:extLst xmlns:a="http://schemas.openxmlformats.org/drawingml/2006/main">
              <a:ext uri="{FF2B5EF4-FFF2-40B4-BE49-F238E27FC236}">
                <a16:creationId xmlns:a16="http://schemas.microsoft.com/office/drawing/2014/main" id="{856EEEFB-F9D9-4D2E-BA20-5172B7A95452}"/>
              </a:ext>
            </a:extLst>
          </p:cNvPr>
          <p:cNvSpPr>
            <a:spLocks xmlns:a="http://schemas.openxmlformats.org/drawingml/2006/main" noGrp="1"/>
          </p:cNvSpPr>
          <p:nvPr/>
        </p:nvSpPr>
        <p:spPr>
          <a:xfrm xmlns:a="http://schemas.openxmlformats.org/drawingml/2006/main">
            <a:off x="419100" y="4895850"/>
            <a:ext cx="11391900" cy="0"/>
          </a:xfrm>
          <a:prstGeom xmlns:a="http://schemas.openxmlformats.org/drawingml/2006/main" prst="line">
            <a:avLst/>
          </a:prstGeom>
          <a:noFill xmlns:a="http://schemas.openxmlformats.org/drawingml/2006/main"/>
          <a:ln xmlns:a="http://schemas.openxmlformats.org/drawingml/2006/main" w="9525">
            <a:solidFill>
              <a:srgbClr val="252A26"/>
            </a:solidFill>
            <a:prstDash val="solid"/>
          </a:ln>
        </p:spPr>
      </p:sp>
      <p:sp>
        <p:nvSpPr>
          <p:cNvPr id="65" name="decline-strip">
            <a:extLst xmlns:a="http://schemas.openxmlformats.org/drawingml/2006/main">
              <a:ext uri="{FF2B5EF4-FFF2-40B4-BE49-F238E27FC236}">
                <a16:creationId xmlns:a16="http://schemas.microsoft.com/office/drawing/2014/main" id="{6D2367D6-DD93-4E37-9731-6885BE016339}"/>
              </a:ext>
            </a:extLst>
          </p:cNvPr>
          <p:cNvSpPr>
            <a:spLocks xmlns:a="http://schemas.openxmlformats.org/drawingml/2006/main" noGrp="1"/>
          </p:cNvSpPr>
          <p:nvPr/>
        </p:nvSpPr>
        <p:spPr>
          <a:xfrm xmlns:a="http://schemas.openxmlformats.org/drawingml/2006/main">
            <a:off x="419100" y="5410200"/>
            <a:ext cx="11391900" cy="552450"/>
          </a:xfrm>
          <a:prstGeom xmlns:a="http://schemas.openxmlformats.org/drawingml/2006/main" prst="rect">
            <a:avLst/>
          </a:prstGeom>
          <a:solidFill xmlns:a="http://schemas.openxmlformats.org/drawingml/2006/main">
            <a:srgbClr val="2A101A"/>
          </a:solidFill>
          <a:ln xmlns:a="http://schemas.openxmlformats.org/drawingml/2006/main" w="14288">
            <a:solidFill>
              <a:srgbClr val="FF2B79"/>
            </a:solidFill>
            <a:prstDash val="solid"/>
          </a:ln>
        </p:spPr>
      </p:sp>
      <p:sp>
        <p:nvSpPr>
          <p:cNvPr id="66" name="challenge-label">
            <a:extLst xmlns:a="http://schemas.openxmlformats.org/drawingml/2006/main">
              <a:ext uri="{FF2B5EF4-FFF2-40B4-BE49-F238E27FC236}">
                <a16:creationId xmlns:a16="http://schemas.microsoft.com/office/drawing/2014/main" id="{D64ABEE2-41E6-4E05-BACD-720E9DCD9A43}"/>
              </a:ext>
            </a:extLst>
          </p:cNvPr>
          <p:cNvSpPr>
            <a:spLocks xmlns:a="http://schemas.openxmlformats.org/drawingml/2006/main" noGrp="1"/>
          </p:cNvSpPr>
          <p:nvPr/>
        </p:nvSpPr>
        <p:spPr>
          <a:xfrm xmlns:a="http://schemas.openxmlformats.org/drawingml/2006/main">
            <a:off x="609600" y="5581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a:solidFill>
                  <a:srgbClr val="FF2B79"/>
                </a:solidFill>
                <a:latin typeface="Courier New"/>
                <a:ea typeface="Courier New"/>
                <a:cs typeface="Courier New"/>
              </a:defRPr>
            </a:pPr>
            <a:r>
              <a:rPr sz="1200" b="1">
                <a:solidFill>
                  <a:srgbClr val="FF2B79"/>
                </a:solidFill>
                <a:latin typeface="Courier New"/>
                <a:ea typeface="Courier New"/>
                <a:cs typeface="Courier New"/>
              </a:rPr>
              <a:t>POLICY CHALLENGE</a:t>
            </a:r>
          </a:p>
        </p:txBody>
      </p:sp>
      <p:sp>
        <p:nvSpPr>
          <p:cNvPr id="67" name="blocked-mcc">
            <a:extLst xmlns:a="http://schemas.openxmlformats.org/drawingml/2006/main">
              <a:ext uri="{FF2B5EF4-FFF2-40B4-BE49-F238E27FC236}">
                <a16:creationId xmlns:a16="http://schemas.microsoft.com/office/drawing/2014/main" id="{3EC76DA6-C44A-412C-8473-40719918C415}"/>
              </a:ext>
            </a:extLst>
          </p:cNvPr>
          <p:cNvSpPr>
            <a:spLocks xmlns:a="http://schemas.openxmlformats.org/drawingml/2006/main" noGrp="1"/>
          </p:cNvSpPr>
          <p:nvPr/>
        </p:nvSpPr>
        <p:spPr>
          <a:xfrm xmlns:a="http://schemas.openxmlformats.org/drawingml/2006/main">
            <a:off x="3657600" y="54959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F1EFE5"/>
                </a:solidFill>
                <a:latin typeface="Arial Black"/>
                <a:ea typeface="Arial Black"/>
                <a:cs typeface="Arial Black"/>
              </a:defRPr>
            </a:pPr>
            <a:r>
              <a:rPr sz="2100" b="1">
                <a:solidFill>
                  <a:srgbClr val="F1EFE5"/>
                </a:solidFill>
                <a:latin typeface="Arial Black"/>
                <a:ea typeface="Arial Black"/>
                <a:cs typeface="Arial Black"/>
              </a:rPr>
              <a:t>MCC 7995</a:t>
            </a:r>
          </a:p>
        </p:txBody>
      </p:sp>
      <p:sp>
        <p:nvSpPr>
          <p:cNvPr id="68" name="decline-reason">
            <a:extLst xmlns:a="http://schemas.openxmlformats.org/drawingml/2006/main">
              <a:ext uri="{FF2B5EF4-FFF2-40B4-BE49-F238E27FC236}">
                <a16:creationId xmlns:a16="http://schemas.microsoft.com/office/drawing/2014/main" id="{CD1F4A9D-514E-41EF-A65E-4B15938686A1}"/>
              </a:ext>
            </a:extLst>
          </p:cNvPr>
          <p:cNvSpPr>
            <a:spLocks xmlns:a="http://schemas.openxmlformats.org/drawingml/2006/main" noGrp="1"/>
          </p:cNvSpPr>
          <p:nvPr/>
        </p:nvSpPr>
        <p:spPr>
          <a:xfrm xmlns:a="http://schemas.openxmlformats.org/drawingml/2006/main">
            <a:off x="5676900" y="55149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900" b="1">
                <a:solidFill>
                  <a:srgbClr val="FF2B79"/>
                </a:solidFill>
                <a:latin typeface="Courier New"/>
                <a:ea typeface="Courier New"/>
                <a:cs typeface="Courier New"/>
              </a:defRPr>
            </a:pPr>
            <a:r>
              <a:rPr sz="900" b="1">
                <a:solidFill>
                  <a:srgbClr val="FF2B79"/>
                </a:solidFill>
                <a:latin typeface="Courier New"/>
                <a:ea typeface="Courier New"/>
                <a:cs typeface="Courier New"/>
              </a:rPr>
              <a:t>scoped_card_mcc_not_allowed</a:t>
            </a:r>
          </a:p>
        </p:txBody>
      </p:sp>
      <p:sp>
        <p:nvSpPr>
          <p:cNvPr id="69" name="decline-result">
            <a:extLst xmlns:a="http://schemas.openxmlformats.org/drawingml/2006/main">
              <a:ext uri="{FF2B5EF4-FFF2-40B4-BE49-F238E27FC236}">
                <a16:creationId xmlns:a16="http://schemas.microsoft.com/office/drawing/2014/main" id="{4A33CD8C-2A2F-4931-AD46-FE18AC6808D7}"/>
              </a:ext>
            </a:extLst>
          </p:cNvPr>
          <p:cNvSpPr>
            <a:spLocks xmlns:a="http://schemas.openxmlformats.org/drawingml/2006/main" noGrp="1"/>
          </p:cNvSpPr>
          <p:nvPr/>
        </p:nvSpPr>
        <p:spPr>
          <a:xfrm xmlns:a="http://schemas.openxmlformats.org/drawingml/2006/main">
            <a:off x="9620250" y="5495925"/>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2025" b="1">
                <a:solidFill>
                  <a:srgbClr val="FF2B79"/>
                </a:solidFill>
                <a:latin typeface="Arial Black"/>
                <a:ea typeface="Arial Black"/>
                <a:cs typeface="Arial Black"/>
              </a:defRPr>
            </a:pPr>
            <a:r>
              <a:rPr sz="2025" b="1">
                <a:solidFill>
                  <a:srgbClr val="FF2B79"/>
                </a:solidFill>
                <a:latin typeface="Arial Black"/>
                <a:ea typeface="Arial Black"/>
                <a:cs typeface="Arial Black"/>
              </a:rPr>
              <a:t>DECLINED</a:t>
            </a:r>
          </a:p>
        </p:txBody>
      </p:sp>
      <p:sp>
        <p:nvSpPr>
          <p:cNvPr id="70" name="decline-arrow-shaft">
            <a:extLst xmlns:a="http://schemas.openxmlformats.org/drawingml/2006/main">
              <a:ext uri="{FF2B5EF4-FFF2-40B4-BE49-F238E27FC236}">
                <a16:creationId xmlns:a16="http://schemas.microsoft.com/office/drawing/2014/main" id="{B628F001-0259-4AC8-8FAF-23D802A0D1AF}"/>
              </a:ext>
            </a:extLst>
          </p:cNvPr>
          <p:cNvSpPr>
            <a:spLocks xmlns:a="http://schemas.openxmlformats.org/drawingml/2006/main" noGrp="1"/>
          </p:cNvSpPr>
          <p:nvPr/>
        </p:nvSpPr>
        <p:spPr>
          <a:xfrm xmlns:a="http://schemas.openxmlformats.org/drawingml/2006/main">
            <a:off x="5943600" y="5800725"/>
            <a:ext cx="2686050" cy="28575"/>
          </a:xfrm>
          <a:prstGeom xmlns:a="http://schemas.openxmlformats.org/drawingml/2006/main" prst="rect">
            <a:avLst/>
          </a:prstGeom>
          <a:solidFill xmlns:a="http://schemas.openxmlformats.org/drawingml/2006/main">
            <a:srgbClr val="FF2B79"/>
          </a:solidFill>
          <a:ln xmlns:a="http://schemas.openxmlformats.org/drawingml/2006/main" w="0">
            <a:noFill/>
            <a:prstDash val="solid"/>
          </a:ln>
        </p:spPr>
      </p:sp>
      <p:sp>
        <p:nvSpPr>
          <p:cNvPr id="71" name="decline-arrow-head">
            <a:extLst xmlns:a="http://schemas.openxmlformats.org/drawingml/2006/main">
              <a:ext uri="{FF2B5EF4-FFF2-40B4-BE49-F238E27FC236}">
                <a16:creationId xmlns:a16="http://schemas.microsoft.com/office/drawing/2014/main" id="{DB271B9B-15DC-44C7-9F3E-E2D5B7FF10E6}"/>
              </a:ext>
            </a:extLst>
          </p:cNvPr>
          <p:cNvSpPr>
            <a:spLocks xmlns:a="http://schemas.openxmlformats.org/drawingml/2006/main" noGrp="1"/>
          </p:cNvSpPr>
          <p:nvPr/>
        </p:nvSpPr>
        <p:spPr>
          <a:xfrm xmlns:a="http://schemas.openxmlformats.org/drawingml/2006/main">
            <a:off x="8591550" y="5724525"/>
            <a:ext cx="209550" cy="180975"/>
          </a:xfrm>
          <a:prstGeom xmlns:a="http://schemas.openxmlformats.org/drawingml/2006/main" prst="rightArrow">
            <a:avLst/>
          </a:prstGeom>
          <a:solidFill xmlns:a="http://schemas.openxmlformats.org/drawingml/2006/main">
            <a:srgbClr val="FF2B79"/>
          </a:solidFill>
          <a:ln xmlns:a="http://schemas.openxmlformats.org/drawingml/2006/main" w="0">
            <a:noFill/>
            <a:prstDash val="solid"/>
          </a:ln>
        </p:spPr>
      </p:sp>
    </p:spTree>
    <p:extLst>
      <p:ext uri="{BB962C8B-B14F-4D97-AF65-F5344CB8AC3E}">
        <p14:creationId xmlns:p14="http://schemas.microsoft.com/office/powerpoint/2010/main" val="20357171"/>
      </p:ext>
    </p:extLst>
  </p:cSld>
</p:sld>
</file>

<file path=ppt/slides/slide6.xml><?xml version="1.0" encoding="utf-8"?>
<p:sld xmlns:p="http://schemas.openxmlformats.org/presentationml/2006/main">
  <p:cSld>
    <p:bg>
      <p:bgPr>
        <a:solidFill xmlns:a="http://schemas.openxmlformats.org/drawingml/2006/main">
          <a:srgbClr val="080A09"/>
        </a:solidFill>
      </p:bgPr>
    </p:bg>
    <p:spTree>
      <p:nvGrpSpPr>
        <p:cNvPr id="1" name=""/>
        <p:cNvGrpSpPr/>
        <p:nvPr/>
      </p:nvGrpSpPr>
      <p:grpSpPr>
        <a:xfrm xmlns:a="http://schemas.openxmlformats.org/drawingml/2006/main"/>
      </p:grpSpPr>
      <p:sp>
        <p:nvSpPr>
          <p:cNvPr id="72" name="grid-v-40">
            <a:extLst xmlns:a="http://schemas.openxmlformats.org/drawingml/2006/main">
              <a:ext uri="{FF2B5EF4-FFF2-40B4-BE49-F238E27FC236}">
                <a16:creationId xmlns:a16="http://schemas.microsoft.com/office/drawing/2014/main" id="{6C875279-47E5-4201-B04D-D70F28F43FED}"/>
              </a:ext>
            </a:extLst>
          </p:cNvPr>
          <p:cNvSpPr>
            <a:spLocks xmlns:a="http://schemas.openxmlformats.org/drawingml/2006/main" noGrp="1"/>
          </p:cNvSpPr>
          <p:nvPr/>
        </p:nvSpPr>
        <p:spPr>
          <a:xfrm xmlns:a="http://schemas.openxmlformats.org/drawingml/2006/main">
            <a:off x="381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 name="grid-v-104">
            <a:extLst xmlns:a="http://schemas.openxmlformats.org/drawingml/2006/main">
              <a:ext uri="{FF2B5EF4-FFF2-40B4-BE49-F238E27FC236}">
                <a16:creationId xmlns:a16="http://schemas.microsoft.com/office/drawing/2014/main" id="{65F09E42-D602-4643-98E3-74F3360BDFC0}"/>
              </a:ext>
            </a:extLst>
          </p:cNvPr>
          <p:cNvSpPr>
            <a:spLocks xmlns:a="http://schemas.openxmlformats.org/drawingml/2006/main" noGrp="1"/>
          </p:cNvSpPr>
          <p:nvPr/>
        </p:nvSpPr>
        <p:spPr>
          <a:xfrm xmlns:a="http://schemas.openxmlformats.org/drawingml/2006/main">
            <a:off x="990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3" name="grid-v-168">
            <a:extLst xmlns:a="http://schemas.openxmlformats.org/drawingml/2006/main">
              <a:ext uri="{FF2B5EF4-FFF2-40B4-BE49-F238E27FC236}">
                <a16:creationId xmlns:a16="http://schemas.microsoft.com/office/drawing/2014/main" id="{E957A7CD-3FE7-444A-B3A6-6FE1B5B1410B}"/>
              </a:ext>
            </a:extLst>
          </p:cNvPr>
          <p:cNvSpPr>
            <a:spLocks xmlns:a="http://schemas.openxmlformats.org/drawingml/2006/main" noGrp="1"/>
          </p:cNvSpPr>
          <p:nvPr/>
        </p:nvSpPr>
        <p:spPr>
          <a:xfrm xmlns:a="http://schemas.openxmlformats.org/drawingml/2006/main">
            <a:off x="1600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4" name="grid-v-232">
            <a:extLst xmlns:a="http://schemas.openxmlformats.org/drawingml/2006/main">
              <a:ext uri="{FF2B5EF4-FFF2-40B4-BE49-F238E27FC236}">
                <a16:creationId xmlns:a16="http://schemas.microsoft.com/office/drawing/2014/main" id="{D609410B-D1B3-4CD0-BBE2-E8563152F286}"/>
              </a:ext>
            </a:extLst>
          </p:cNvPr>
          <p:cNvSpPr>
            <a:spLocks xmlns:a="http://schemas.openxmlformats.org/drawingml/2006/main" noGrp="1"/>
          </p:cNvSpPr>
          <p:nvPr/>
        </p:nvSpPr>
        <p:spPr>
          <a:xfrm xmlns:a="http://schemas.openxmlformats.org/drawingml/2006/main">
            <a:off x="2209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5" name="grid-v-296">
            <a:extLst xmlns:a="http://schemas.openxmlformats.org/drawingml/2006/main">
              <a:ext uri="{FF2B5EF4-FFF2-40B4-BE49-F238E27FC236}">
                <a16:creationId xmlns:a16="http://schemas.microsoft.com/office/drawing/2014/main" id="{CF07C903-4A56-4243-8C2F-F00691314704}"/>
              </a:ext>
            </a:extLst>
          </p:cNvPr>
          <p:cNvSpPr>
            <a:spLocks xmlns:a="http://schemas.openxmlformats.org/drawingml/2006/main" noGrp="1"/>
          </p:cNvSpPr>
          <p:nvPr/>
        </p:nvSpPr>
        <p:spPr>
          <a:xfrm xmlns:a="http://schemas.openxmlformats.org/drawingml/2006/main">
            <a:off x="2819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6" name="grid-v-360">
            <a:extLst xmlns:a="http://schemas.openxmlformats.org/drawingml/2006/main">
              <a:ext uri="{FF2B5EF4-FFF2-40B4-BE49-F238E27FC236}">
                <a16:creationId xmlns:a16="http://schemas.microsoft.com/office/drawing/2014/main" id="{281A4BD5-A9A5-43CB-8886-68E2687ACB55}"/>
              </a:ext>
            </a:extLst>
          </p:cNvPr>
          <p:cNvSpPr>
            <a:spLocks xmlns:a="http://schemas.openxmlformats.org/drawingml/2006/main" noGrp="1"/>
          </p:cNvSpPr>
          <p:nvPr/>
        </p:nvSpPr>
        <p:spPr>
          <a:xfrm xmlns:a="http://schemas.openxmlformats.org/drawingml/2006/main">
            <a:off x="3429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7" name="grid-v-424">
            <a:extLst xmlns:a="http://schemas.openxmlformats.org/drawingml/2006/main">
              <a:ext uri="{FF2B5EF4-FFF2-40B4-BE49-F238E27FC236}">
                <a16:creationId xmlns:a16="http://schemas.microsoft.com/office/drawing/2014/main" id="{A90274DD-BD13-4AF8-A91D-21D5DB2BD238}"/>
              </a:ext>
            </a:extLst>
          </p:cNvPr>
          <p:cNvSpPr>
            <a:spLocks xmlns:a="http://schemas.openxmlformats.org/drawingml/2006/main" noGrp="1"/>
          </p:cNvSpPr>
          <p:nvPr/>
        </p:nvSpPr>
        <p:spPr>
          <a:xfrm xmlns:a="http://schemas.openxmlformats.org/drawingml/2006/main">
            <a:off x="4038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8" name="grid-v-488">
            <a:extLst xmlns:a="http://schemas.openxmlformats.org/drawingml/2006/main">
              <a:ext uri="{FF2B5EF4-FFF2-40B4-BE49-F238E27FC236}">
                <a16:creationId xmlns:a16="http://schemas.microsoft.com/office/drawing/2014/main" id="{3B7D1281-23F0-48B2-9149-452EE136CE27}"/>
              </a:ext>
            </a:extLst>
          </p:cNvPr>
          <p:cNvSpPr>
            <a:spLocks xmlns:a="http://schemas.openxmlformats.org/drawingml/2006/main" noGrp="1"/>
          </p:cNvSpPr>
          <p:nvPr/>
        </p:nvSpPr>
        <p:spPr>
          <a:xfrm xmlns:a="http://schemas.openxmlformats.org/drawingml/2006/main">
            <a:off x="4648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9" name="grid-v-552">
            <a:extLst xmlns:a="http://schemas.openxmlformats.org/drawingml/2006/main">
              <a:ext uri="{FF2B5EF4-FFF2-40B4-BE49-F238E27FC236}">
                <a16:creationId xmlns:a16="http://schemas.microsoft.com/office/drawing/2014/main" id="{93DD34AB-BD2C-4E69-8377-7653664C7857}"/>
              </a:ext>
            </a:extLst>
          </p:cNvPr>
          <p:cNvSpPr>
            <a:spLocks xmlns:a="http://schemas.openxmlformats.org/drawingml/2006/main" noGrp="1"/>
          </p:cNvSpPr>
          <p:nvPr/>
        </p:nvSpPr>
        <p:spPr>
          <a:xfrm xmlns:a="http://schemas.openxmlformats.org/drawingml/2006/main">
            <a:off x="5257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0" name="grid-v-616">
            <a:extLst xmlns:a="http://schemas.openxmlformats.org/drawingml/2006/main">
              <a:ext uri="{FF2B5EF4-FFF2-40B4-BE49-F238E27FC236}">
                <a16:creationId xmlns:a16="http://schemas.microsoft.com/office/drawing/2014/main" id="{FF8DE686-7941-429F-B0FA-0BDA1714C861}"/>
              </a:ext>
            </a:extLst>
          </p:cNvPr>
          <p:cNvSpPr>
            <a:spLocks xmlns:a="http://schemas.openxmlformats.org/drawingml/2006/main" noGrp="1"/>
          </p:cNvSpPr>
          <p:nvPr/>
        </p:nvSpPr>
        <p:spPr>
          <a:xfrm xmlns:a="http://schemas.openxmlformats.org/drawingml/2006/main">
            <a:off x="5867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1" name="grid-v-680">
            <a:extLst xmlns:a="http://schemas.openxmlformats.org/drawingml/2006/main">
              <a:ext uri="{FF2B5EF4-FFF2-40B4-BE49-F238E27FC236}">
                <a16:creationId xmlns:a16="http://schemas.microsoft.com/office/drawing/2014/main" id="{B47AE505-EC0E-4588-B7EA-B264D2FBEB88}"/>
              </a:ext>
            </a:extLst>
          </p:cNvPr>
          <p:cNvSpPr>
            <a:spLocks xmlns:a="http://schemas.openxmlformats.org/drawingml/2006/main" noGrp="1"/>
          </p:cNvSpPr>
          <p:nvPr/>
        </p:nvSpPr>
        <p:spPr>
          <a:xfrm xmlns:a="http://schemas.openxmlformats.org/drawingml/2006/main">
            <a:off x="6477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2" name="grid-v-744">
            <a:extLst xmlns:a="http://schemas.openxmlformats.org/drawingml/2006/main">
              <a:ext uri="{FF2B5EF4-FFF2-40B4-BE49-F238E27FC236}">
                <a16:creationId xmlns:a16="http://schemas.microsoft.com/office/drawing/2014/main" id="{46A8FBCB-C628-449F-9D7D-41997812F110}"/>
              </a:ext>
            </a:extLst>
          </p:cNvPr>
          <p:cNvSpPr>
            <a:spLocks xmlns:a="http://schemas.openxmlformats.org/drawingml/2006/main" noGrp="1"/>
          </p:cNvSpPr>
          <p:nvPr/>
        </p:nvSpPr>
        <p:spPr>
          <a:xfrm xmlns:a="http://schemas.openxmlformats.org/drawingml/2006/main">
            <a:off x="7086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3" name="grid-v-808">
            <a:extLst xmlns:a="http://schemas.openxmlformats.org/drawingml/2006/main">
              <a:ext uri="{FF2B5EF4-FFF2-40B4-BE49-F238E27FC236}">
                <a16:creationId xmlns:a16="http://schemas.microsoft.com/office/drawing/2014/main" id="{4A1DDDFD-9F0F-4081-9AB9-AF150E98591A}"/>
              </a:ext>
            </a:extLst>
          </p:cNvPr>
          <p:cNvSpPr>
            <a:spLocks xmlns:a="http://schemas.openxmlformats.org/drawingml/2006/main" noGrp="1"/>
          </p:cNvSpPr>
          <p:nvPr/>
        </p:nvSpPr>
        <p:spPr>
          <a:xfrm xmlns:a="http://schemas.openxmlformats.org/drawingml/2006/main">
            <a:off x="7696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4" name="grid-v-872">
            <a:extLst xmlns:a="http://schemas.openxmlformats.org/drawingml/2006/main">
              <a:ext uri="{FF2B5EF4-FFF2-40B4-BE49-F238E27FC236}">
                <a16:creationId xmlns:a16="http://schemas.microsoft.com/office/drawing/2014/main" id="{9429F701-E16C-42A7-9D91-844E24292137}"/>
              </a:ext>
            </a:extLst>
          </p:cNvPr>
          <p:cNvSpPr>
            <a:spLocks xmlns:a="http://schemas.openxmlformats.org/drawingml/2006/main" noGrp="1"/>
          </p:cNvSpPr>
          <p:nvPr/>
        </p:nvSpPr>
        <p:spPr>
          <a:xfrm xmlns:a="http://schemas.openxmlformats.org/drawingml/2006/main">
            <a:off x="8305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5" name="grid-v-936">
            <a:extLst xmlns:a="http://schemas.openxmlformats.org/drawingml/2006/main">
              <a:ext uri="{FF2B5EF4-FFF2-40B4-BE49-F238E27FC236}">
                <a16:creationId xmlns:a16="http://schemas.microsoft.com/office/drawing/2014/main" id="{437CA376-B20B-4E83-A50C-D5414AA730C5}"/>
              </a:ext>
            </a:extLst>
          </p:cNvPr>
          <p:cNvSpPr>
            <a:spLocks xmlns:a="http://schemas.openxmlformats.org/drawingml/2006/main" noGrp="1"/>
          </p:cNvSpPr>
          <p:nvPr/>
        </p:nvSpPr>
        <p:spPr>
          <a:xfrm xmlns:a="http://schemas.openxmlformats.org/drawingml/2006/main">
            <a:off x="89154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6" name="grid-v-1000">
            <a:extLst xmlns:a="http://schemas.openxmlformats.org/drawingml/2006/main">
              <a:ext uri="{FF2B5EF4-FFF2-40B4-BE49-F238E27FC236}">
                <a16:creationId xmlns:a16="http://schemas.microsoft.com/office/drawing/2014/main" id="{E74FC184-EB2D-4231-B194-D0990404A8D6}"/>
              </a:ext>
            </a:extLst>
          </p:cNvPr>
          <p:cNvSpPr>
            <a:spLocks xmlns:a="http://schemas.openxmlformats.org/drawingml/2006/main" noGrp="1"/>
          </p:cNvSpPr>
          <p:nvPr/>
        </p:nvSpPr>
        <p:spPr>
          <a:xfrm xmlns:a="http://schemas.openxmlformats.org/drawingml/2006/main">
            <a:off x="95250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7" name="grid-v-1064">
            <a:extLst xmlns:a="http://schemas.openxmlformats.org/drawingml/2006/main">
              <a:ext uri="{FF2B5EF4-FFF2-40B4-BE49-F238E27FC236}">
                <a16:creationId xmlns:a16="http://schemas.microsoft.com/office/drawing/2014/main" id="{7ECC9437-28AA-46C2-9512-C656E76A26E8}"/>
              </a:ext>
            </a:extLst>
          </p:cNvPr>
          <p:cNvSpPr>
            <a:spLocks xmlns:a="http://schemas.openxmlformats.org/drawingml/2006/main" noGrp="1"/>
          </p:cNvSpPr>
          <p:nvPr/>
        </p:nvSpPr>
        <p:spPr>
          <a:xfrm xmlns:a="http://schemas.openxmlformats.org/drawingml/2006/main">
            <a:off x="101346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8" name="grid-v-1128">
            <a:extLst xmlns:a="http://schemas.openxmlformats.org/drawingml/2006/main">
              <a:ext uri="{FF2B5EF4-FFF2-40B4-BE49-F238E27FC236}">
                <a16:creationId xmlns:a16="http://schemas.microsoft.com/office/drawing/2014/main" id="{C6461B6B-6901-4472-8D84-213AE2A4784A}"/>
              </a:ext>
            </a:extLst>
          </p:cNvPr>
          <p:cNvSpPr>
            <a:spLocks xmlns:a="http://schemas.openxmlformats.org/drawingml/2006/main" noGrp="1"/>
          </p:cNvSpPr>
          <p:nvPr/>
        </p:nvSpPr>
        <p:spPr>
          <a:xfrm xmlns:a="http://schemas.openxmlformats.org/drawingml/2006/main">
            <a:off x="107442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19" name="grid-v-1192">
            <a:extLst xmlns:a="http://schemas.openxmlformats.org/drawingml/2006/main">
              <a:ext uri="{FF2B5EF4-FFF2-40B4-BE49-F238E27FC236}">
                <a16:creationId xmlns:a16="http://schemas.microsoft.com/office/drawing/2014/main" id="{51FD8772-7F6C-4BD2-BFCF-EFDBC75EA664}"/>
              </a:ext>
            </a:extLst>
          </p:cNvPr>
          <p:cNvSpPr>
            <a:spLocks xmlns:a="http://schemas.openxmlformats.org/drawingml/2006/main" noGrp="1"/>
          </p:cNvSpPr>
          <p:nvPr/>
        </p:nvSpPr>
        <p:spPr>
          <a:xfrm xmlns:a="http://schemas.openxmlformats.org/drawingml/2006/main">
            <a:off x="11353800" y="990600"/>
            <a:ext cx="0" cy="525780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0" name="grid-h-112">
            <a:extLst xmlns:a="http://schemas.openxmlformats.org/drawingml/2006/main">
              <a:ext uri="{FF2B5EF4-FFF2-40B4-BE49-F238E27FC236}">
                <a16:creationId xmlns:a16="http://schemas.microsoft.com/office/drawing/2014/main" id="{C0E418AA-ADE2-464A-B43B-F89C3842E1A9}"/>
              </a:ext>
            </a:extLst>
          </p:cNvPr>
          <p:cNvSpPr>
            <a:spLocks xmlns:a="http://schemas.openxmlformats.org/drawingml/2006/main" noGrp="1"/>
          </p:cNvSpPr>
          <p:nvPr/>
        </p:nvSpPr>
        <p:spPr>
          <a:xfrm xmlns:a="http://schemas.openxmlformats.org/drawingml/2006/main">
            <a:off x="381000" y="1066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1" name="grid-h-176">
            <a:extLst xmlns:a="http://schemas.openxmlformats.org/drawingml/2006/main">
              <a:ext uri="{FF2B5EF4-FFF2-40B4-BE49-F238E27FC236}">
                <a16:creationId xmlns:a16="http://schemas.microsoft.com/office/drawing/2014/main" id="{8C4C77C6-800A-4A09-9A82-8270BA9270AA}"/>
              </a:ext>
            </a:extLst>
          </p:cNvPr>
          <p:cNvSpPr>
            <a:spLocks xmlns:a="http://schemas.openxmlformats.org/drawingml/2006/main" noGrp="1"/>
          </p:cNvSpPr>
          <p:nvPr/>
        </p:nvSpPr>
        <p:spPr>
          <a:xfrm xmlns:a="http://schemas.openxmlformats.org/drawingml/2006/main">
            <a:off x="381000" y="1676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2" name="grid-h-240">
            <a:extLst xmlns:a="http://schemas.openxmlformats.org/drawingml/2006/main">
              <a:ext uri="{FF2B5EF4-FFF2-40B4-BE49-F238E27FC236}">
                <a16:creationId xmlns:a16="http://schemas.microsoft.com/office/drawing/2014/main" id="{8CE7373A-7627-4B89-AF06-972CA2502921}"/>
              </a:ext>
            </a:extLst>
          </p:cNvPr>
          <p:cNvSpPr>
            <a:spLocks xmlns:a="http://schemas.openxmlformats.org/drawingml/2006/main" noGrp="1"/>
          </p:cNvSpPr>
          <p:nvPr/>
        </p:nvSpPr>
        <p:spPr>
          <a:xfrm xmlns:a="http://schemas.openxmlformats.org/drawingml/2006/main">
            <a:off x="381000" y="2286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3" name="grid-h-304">
            <a:extLst xmlns:a="http://schemas.openxmlformats.org/drawingml/2006/main">
              <a:ext uri="{FF2B5EF4-FFF2-40B4-BE49-F238E27FC236}">
                <a16:creationId xmlns:a16="http://schemas.microsoft.com/office/drawing/2014/main" id="{5DD2090A-C81C-48A7-9E2C-5341D2B4658E}"/>
              </a:ext>
            </a:extLst>
          </p:cNvPr>
          <p:cNvSpPr>
            <a:spLocks xmlns:a="http://schemas.openxmlformats.org/drawingml/2006/main" noGrp="1"/>
          </p:cNvSpPr>
          <p:nvPr/>
        </p:nvSpPr>
        <p:spPr>
          <a:xfrm xmlns:a="http://schemas.openxmlformats.org/drawingml/2006/main">
            <a:off x="381000" y="2895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4" name="grid-h-368">
            <a:extLst xmlns:a="http://schemas.openxmlformats.org/drawingml/2006/main">
              <a:ext uri="{FF2B5EF4-FFF2-40B4-BE49-F238E27FC236}">
                <a16:creationId xmlns:a16="http://schemas.microsoft.com/office/drawing/2014/main" id="{69F918E2-788A-4930-80C4-B4D909E94F75}"/>
              </a:ext>
            </a:extLst>
          </p:cNvPr>
          <p:cNvSpPr>
            <a:spLocks xmlns:a="http://schemas.openxmlformats.org/drawingml/2006/main" noGrp="1"/>
          </p:cNvSpPr>
          <p:nvPr/>
        </p:nvSpPr>
        <p:spPr>
          <a:xfrm xmlns:a="http://schemas.openxmlformats.org/drawingml/2006/main">
            <a:off x="381000" y="35052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5" name="grid-h-432">
            <a:extLst xmlns:a="http://schemas.openxmlformats.org/drawingml/2006/main">
              <a:ext uri="{FF2B5EF4-FFF2-40B4-BE49-F238E27FC236}">
                <a16:creationId xmlns:a16="http://schemas.microsoft.com/office/drawing/2014/main" id="{7FC69472-BC69-4271-8637-679A9F6028C8}"/>
              </a:ext>
            </a:extLst>
          </p:cNvPr>
          <p:cNvSpPr>
            <a:spLocks xmlns:a="http://schemas.openxmlformats.org/drawingml/2006/main" noGrp="1"/>
          </p:cNvSpPr>
          <p:nvPr/>
        </p:nvSpPr>
        <p:spPr>
          <a:xfrm xmlns:a="http://schemas.openxmlformats.org/drawingml/2006/main">
            <a:off x="381000" y="41148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6" name="grid-h-496">
            <a:extLst xmlns:a="http://schemas.openxmlformats.org/drawingml/2006/main">
              <a:ext uri="{FF2B5EF4-FFF2-40B4-BE49-F238E27FC236}">
                <a16:creationId xmlns:a16="http://schemas.microsoft.com/office/drawing/2014/main" id="{810656F2-F442-44AF-8AFF-98C99ACC8143}"/>
              </a:ext>
            </a:extLst>
          </p:cNvPr>
          <p:cNvSpPr>
            <a:spLocks xmlns:a="http://schemas.openxmlformats.org/drawingml/2006/main" noGrp="1"/>
          </p:cNvSpPr>
          <p:nvPr/>
        </p:nvSpPr>
        <p:spPr>
          <a:xfrm xmlns:a="http://schemas.openxmlformats.org/drawingml/2006/main">
            <a:off x="381000" y="47244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7" name="grid-h-560">
            <a:extLst xmlns:a="http://schemas.openxmlformats.org/drawingml/2006/main">
              <a:ext uri="{FF2B5EF4-FFF2-40B4-BE49-F238E27FC236}">
                <a16:creationId xmlns:a16="http://schemas.microsoft.com/office/drawing/2014/main" id="{31F6F535-C6C4-498D-9D99-DB7D0A16A18B}"/>
              </a:ext>
            </a:extLst>
          </p:cNvPr>
          <p:cNvSpPr>
            <a:spLocks xmlns:a="http://schemas.openxmlformats.org/drawingml/2006/main" noGrp="1"/>
          </p:cNvSpPr>
          <p:nvPr/>
        </p:nvSpPr>
        <p:spPr>
          <a:xfrm xmlns:a="http://schemas.openxmlformats.org/drawingml/2006/main">
            <a:off x="381000" y="53340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8" name="grid-h-624">
            <a:extLst xmlns:a="http://schemas.openxmlformats.org/drawingml/2006/main">
              <a:ext uri="{FF2B5EF4-FFF2-40B4-BE49-F238E27FC236}">
                <a16:creationId xmlns:a16="http://schemas.microsoft.com/office/drawing/2014/main" id="{C32C0AB4-7124-4F25-AC19-8302113AB658}"/>
              </a:ext>
            </a:extLst>
          </p:cNvPr>
          <p:cNvSpPr>
            <a:spLocks xmlns:a="http://schemas.openxmlformats.org/drawingml/2006/main" noGrp="1"/>
          </p:cNvSpPr>
          <p:nvPr/>
        </p:nvSpPr>
        <p:spPr>
          <a:xfrm xmlns:a="http://schemas.openxmlformats.org/drawingml/2006/main">
            <a:off x="381000" y="5943600"/>
            <a:ext cx="11430000" cy="0"/>
          </a:xfrm>
          <a:prstGeom xmlns:a="http://schemas.openxmlformats.org/drawingml/2006/main" prst="line">
            <a:avLst/>
          </a:prstGeom>
          <a:noFill xmlns:a="http://schemas.openxmlformats.org/drawingml/2006/main"/>
          <a:ln xmlns:a="http://schemas.openxmlformats.org/drawingml/2006/main" w="6191">
            <a:solidFill>
              <a:srgbClr val="171B18"/>
            </a:solidFill>
            <a:prstDash val="solid"/>
          </a:ln>
        </p:spPr>
      </p:sp>
      <p:sp>
        <p:nvSpPr>
          <p:cNvPr id="29" name="top-rule">
            <a:extLst xmlns:a="http://schemas.openxmlformats.org/drawingml/2006/main">
              <a:ext uri="{FF2B5EF4-FFF2-40B4-BE49-F238E27FC236}">
                <a16:creationId xmlns:a16="http://schemas.microsoft.com/office/drawing/2014/main" id="{27CA3F9C-250E-4481-BABC-1D9A9FC8F552}"/>
              </a:ext>
            </a:extLst>
          </p:cNvPr>
          <p:cNvSpPr>
            <a:spLocks xmlns:a="http://schemas.openxmlformats.org/drawingml/2006/main" noGrp="1"/>
          </p:cNvSpPr>
          <p:nvPr/>
        </p:nvSpPr>
        <p:spPr>
          <a:xfrm xmlns:a="http://schemas.openxmlformats.org/drawingml/2006/main">
            <a:off x="381000" y="8763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30" name="wordmark">
            <a:extLst xmlns:a="http://schemas.openxmlformats.org/drawingml/2006/main">
              <a:ext uri="{FF2B5EF4-FFF2-40B4-BE49-F238E27FC236}">
                <a16:creationId xmlns:a16="http://schemas.microsoft.com/office/drawing/2014/main" id="{BC91B356-2A89-459D-9865-1873816453D7}"/>
              </a:ext>
            </a:extLst>
          </p:cNvPr>
          <p:cNvSpPr>
            <a:spLocks xmlns:a="http://schemas.openxmlformats.org/drawingml/2006/main" noGrp="1"/>
          </p:cNvSpPr>
          <p:nvPr/>
        </p:nvSpPr>
        <p:spPr>
          <a:xfrm xmlns:a="http://schemas.openxmlformats.org/drawingml/2006/main">
            <a:off x="381000" y="22860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550" b="1">
                <a:solidFill>
                  <a:srgbClr val="F1EFE5"/>
                </a:solidFill>
                <a:latin typeface="Arial Black"/>
                <a:ea typeface="Arial Black"/>
                <a:cs typeface="Arial Black"/>
              </a:defRPr>
            </a:pPr>
            <a:r>
              <a:rPr sz="2550" b="1">
                <a:solidFill>
                  <a:srgbClr val="F1EFE5"/>
                </a:solidFill>
                <a:latin typeface="Arial Black"/>
                <a:ea typeface="Arial Black"/>
                <a:cs typeface="Arial Black"/>
              </a:rPr>
              <a:t>POOL</a:t>
            </a:r>
          </a:p>
        </p:txBody>
      </p:sp>
      <p:sp>
        <p:nvSpPr>
          <p:cNvPr id="31" name="environment-label">
            <a:extLst xmlns:a="http://schemas.openxmlformats.org/drawingml/2006/main">
              <a:ext uri="{FF2B5EF4-FFF2-40B4-BE49-F238E27FC236}">
                <a16:creationId xmlns:a16="http://schemas.microsoft.com/office/drawing/2014/main" id="{8B996DCD-79D1-4AA3-9C86-F5832707FBB4}"/>
              </a:ext>
            </a:extLst>
          </p:cNvPr>
          <p:cNvSpPr>
            <a:spLocks xmlns:a="http://schemas.openxmlformats.org/drawingml/2006/main" noGrp="1"/>
          </p:cNvSpPr>
          <p:nvPr/>
        </p:nvSpPr>
        <p:spPr>
          <a:xfrm xmlns:a="http://schemas.openxmlformats.org/drawingml/2006/main">
            <a:off x="4705350" y="352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OUTCOME + ILLUSTRATIVE ECONOMICS</a:t>
            </a:r>
          </a:p>
        </p:txBody>
      </p:sp>
      <p:sp>
        <p:nvSpPr>
          <p:cNvPr id="32" name="slide-index">
            <a:extLst xmlns:a="http://schemas.openxmlformats.org/drawingml/2006/main">
              <a:ext uri="{FF2B5EF4-FFF2-40B4-BE49-F238E27FC236}">
                <a16:creationId xmlns:a16="http://schemas.microsoft.com/office/drawing/2014/main" id="{D631F9B5-9973-4E9E-8FD4-8A047DCFBD7E}"/>
              </a:ext>
            </a:extLst>
          </p:cNvPr>
          <p:cNvSpPr>
            <a:spLocks xmlns:a="http://schemas.openxmlformats.org/drawingml/2006/main" noGrp="1"/>
          </p:cNvSpPr>
          <p:nvPr/>
        </p:nvSpPr>
        <p:spPr>
          <a:xfrm xmlns:a="http://schemas.openxmlformats.org/drawingml/2006/main">
            <a:off x="10572750" y="352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050" b="0">
                <a:solidFill>
                  <a:srgbClr val="858B84"/>
                </a:solidFill>
                <a:latin typeface="Courier New"/>
                <a:ea typeface="Courier New"/>
                <a:cs typeface="Courier New"/>
              </a:defRPr>
            </a:pPr>
            <a:r>
              <a:rPr sz="1050" b="0">
                <a:solidFill>
                  <a:srgbClr val="858B84"/>
                </a:solidFill>
                <a:latin typeface="Courier New"/>
                <a:ea typeface="Courier New"/>
                <a:cs typeface="Courier New"/>
              </a:rPr>
              <a:t>06 / 06</a:t>
            </a:r>
          </a:p>
        </p:txBody>
      </p:sp>
      <p:sp>
        <p:nvSpPr>
          <p:cNvPr id="33" name="event-footer">
            <a:extLst xmlns:a="http://schemas.openxmlformats.org/drawingml/2006/main">
              <a:ext uri="{FF2B5EF4-FFF2-40B4-BE49-F238E27FC236}">
                <a16:creationId xmlns:a16="http://schemas.microsoft.com/office/drawing/2014/main" id="{68B6FB01-3F8E-4939-AC6B-F5D6BDC463E3}"/>
              </a:ext>
            </a:extLst>
          </p:cNvPr>
          <p:cNvSpPr>
            <a:spLocks xmlns:a="http://schemas.openxmlformats.org/drawingml/2006/main" noGrp="1"/>
          </p:cNvSpPr>
          <p:nvPr/>
        </p:nvSpPr>
        <p:spPr>
          <a:xfrm xmlns:a="http://schemas.openxmlformats.org/drawingml/2006/main">
            <a:off x="381000" y="6467475"/>
            <a:ext cx="457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RAINGENTIC COMMERCE · RAIN + MONAD</a:t>
            </a:r>
          </a:p>
        </p:txBody>
      </p:sp>
      <p:sp>
        <p:nvSpPr>
          <p:cNvPr id="34" name="honesty-footer">
            <a:extLst xmlns:a="http://schemas.openxmlformats.org/drawingml/2006/main">
              <a:ext uri="{FF2B5EF4-FFF2-40B4-BE49-F238E27FC236}">
                <a16:creationId xmlns:a16="http://schemas.microsoft.com/office/drawing/2014/main" id="{C1FFD38A-1D04-47B6-B11E-38FE4EF9EEBB}"/>
              </a:ext>
            </a:extLst>
          </p:cNvPr>
          <p:cNvSpPr>
            <a:spLocks xmlns:a="http://schemas.openxmlformats.org/drawingml/2006/main" noGrp="1"/>
          </p:cNvSpPr>
          <p:nvPr/>
        </p:nvSpPr>
        <p:spPr>
          <a:xfrm xmlns:a="http://schemas.openxmlformats.org/drawingml/2006/main">
            <a:off x="6934200" y="6467475"/>
            <a:ext cx="487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SANDBOX / TESTNET CLAIMS REQUIRE RENDERED EVIDENCE</a:t>
            </a:r>
          </a:p>
        </p:txBody>
      </p:sp>
      <p:sp>
        <p:nvSpPr>
          <p:cNvPr id="35" name="eyebrow">
            <a:extLst xmlns:a="http://schemas.openxmlformats.org/drawingml/2006/main">
              <a:ext uri="{FF2B5EF4-FFF2-40B4-BE49-F238E27FC236}">
                <a16:creationId xmlns:a16="http://schemas.microsoft.com/office/drawing/2014/main" id="{BCB651A4-4038-4D43-A84E-D661B096C994}"/>
              </a:ext>
            </a:extLst>
          </p:cNvPr>
          <p:cNvSpPr>
            <a:spLocks xmlns:a="http://schemas.openxmlformats.org/drawingml/2006/main" noGrp="1"/>
          </p:cNvSpPr>
          <p:nvPr/>
        </p:nvSpPr>
        <p:spPr>
          <a:xfrm xmlns:a="http://schemas.openxmlformats.org/drawingml/2006/main">
            <a:off x="381000" y="1123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1">
                <a:solidFill>
                  <a:srgbClr val="C7F52F"/>
                </a:solidFill>
                <a:latin typeface="Courier New"/>
                <a:ea typeface="Courier New"/>
                <a:cs typeface="Courier New"/>
              </a:defRPr>
            </a:pPr>
            <a:r>
              <a:rPr sz="1125" b="1">
                <a:solidFill>
                  <a:srgbClr val="C7F52F"/>
                </a:solidFill>
                <a:latin typeface="Courier New"/>
                <a:ea typeface="Courier New"/>
                <a:cs typeface="Courier New"/>
              </a:rPr>
              <a:t>05 / VALUE</a:t>
            </a:r>
          </a:p>
        </p:txBody>
      </p:sp>
      <p:sp>
        <p:nvSpPr>
          <p:cNvPr id="36" name="slide-title">
            <a:extLst xmlns:a="http://schemas.openxmlformats.org/drawingml/2006/main">
              <a:ext uri="{FF2B5EF4-FFF2-40B4-BE49-F238E27FC236}">
                <a16:creationId xmlns:a16="http://schemas.microsoft.com/office/drawing/2014/main" id="{4BFC9F02-FEC6-4184-BAC7-0F982AE90BD6}"/>
              </a:ext>
            </a:extLst>
          </p:cNvPr>
          <p:cNvSpPr>
            <a:spLocks xmlns:a="http://schemas.openxmlformats.org/drawingml/2006/main" noGrp="1"/>
          </p:cNvSpPr>
          <p:nvPr/>
        </p:nvSpPr>
        <p:spPr>
          <a:xfrm xmlns:a="http://schemas.openxmlformats.org/drawingml/2006/main">
            <a:off x="381000" y="1409700"/>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525" b="1">
                <a:solidFill>
                  <a:srgbClr val="F1EFE5"/>
                </a:solidFill>
                <a:latin typeface="Arial Black"/>
                <a:ea typeface="Arial Black"/>
                <a:cs typeface="Arial Black"/>
              </a:defRPr>
            </a:pPr>
            <a:r>
              <a:rPr sz="3525" b="1">
                <a:solidFill>
                  <a:srgbClr val="F1EFE5"/>
                </a:solidFill>
                <a:latin typeface="Arial Black"/>
                <a:ea typeface="Arial Black"/>
                <a:cs typeface="Arial Black"/>
              </a:rPr>
              <a:t>SAVINGS CREATE ROOM FOR A BUSINESS.</a:t>
            </a:r>
          </a:p>
        </p:txBody>
      </p:sp>
      <p:sp>
        <p:nvSpPr>
          <p:cNvPr id="37" name="result-reserved">
            <a:extLst xmlns:a="http://schemas.openxmlformats.org/drawingml/2006/main">
              <a:ext uri="{FF2B5EF4-FFF2-40B4-BE49-F238E27FC236}">
                <a16:creationId xmlns:a16="http://schemas.microsoft.com/office/drawing/2014/main" id="{A486D608-0701-4E9D-97DB-03995FDA2058}"/>
              </a:ext>
            </a:extLst>
          </p:cNvPr>
          <p:cNvSpPr>
            <a:spLocks xmlns:a="http://schemas.openxmlformats.org/drawingml/2006/main" noGrp="1"/>
          </p:cNvSpPr>
          <p:nvPr/>
        </p:nvSpPr>
        <p:spPr>
          <a:xfrm xmlns:a="http://schemas.openxmlformats.org/drawingml/2006/main">
            <a:off x="419100" y="2609850"/>
            <a:ext cx="27241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650" b="1">
                <a:solidFill>
                  <a:srgbClr val="F1EFE5"/>
                </a:solidFill>
                <a:latin typeface="Arial Black"/>
                <a:ea typeface="Arial Black"/>
                <a:cs typeface="Arial Black"/>
              </a:defRPr>
            </a:pPr>
            <a:r>
              <a:rPr sz="4650" b="1">
                <a:solidFill>
                  <a:srgbClr val="F1EFE5"/>
                </a:solidFill>
                <a:latin typeface="Arial Black"/>
                <a:ea typeface="Arial Black"/>
                <a:cs typeface="Arial Black"/>
              </a:rPr>
              <a:t>$5,748</a:t>
            </a:r>
          </a:p>
        </p:txBody>
      </p:sp>
      <p:sp>
        <p:nvSpPr>
          <p:cNvPr id="38" name="result-reserved-label">
            <a:extLst xmlns:a="http://schemas.openxmlformats.org/drawingml/2006/main">
              <a:ext uri="{FF2B5EF4-FFF2-40B4-BE49-F238E27FC236}">
                <a16:creationId xmlns:a16="http://schemas.microsoft.com/office/drawing/2014/main" id="{4B287870-85DD-4EBB-A90D-36F7F8BB7365}"/>
              </a:ext>
            </a:extLst>
          </p:cNvPr>
          <p:cNvSpPr>
            <a:spLocks xmlns:a="http://schemas.openxmlformats.org/drawingml/2006/main" noGrp="1"/>
          </p:cNvSpPr>
          <p:nvPr/>
        </p:nvSpPr>
        <p:spPr>
          <a:xfrm xmlns:a="http://schemas.openxmlformats.org/drawingml/2006/main">
            <a:off x="476250" y="33909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858B84"/>
                </a:solidFill>
                <a:latin typeface="Courier New"/>
                <a:ea typeface="Courier New"/>
                <a:cs typeface="Courier New"/>
              </a:defRPr>
            </a:pPr>
            <a:r>
              <a:rPr sz="1200" b="0">
                <a:solidFill>
                  <a:srgbClr val="858B84"/>
                </a:solidFill>
                <a:latin typeface="Courier New"/>
                <a:ea typeface="Courier New"/>
                <a:cs typeface="Courier New"/>
              </a:rPr>
              <a:t>FIXTURE RESERVED</a:t>
            </a:r>
          </a:p>
        </p:txBody>
      </p:sp>
      <p:sp>
        <p:nvSpPr>
          <p:cNvPr id="39" name="result-arrow-1-shaft">
            <a:extLst xmlns:a="http://schemas.openxmlformats.org/drawingml/2006/main">
              <a:ext uri="{FF2B5EF4-FFF2-40B4-BE49-F238E27FC236}">
                <a16:creationId xmlns:a16="http://schemas.microsoft.com/office/drawing/2014/main" id="{DA545501-DB82-43B3-B609-5F3BFF2AC650}"/>
              </a:ext>
            </a:extLst>
          </p:cNvPr>
          <p:cNvSpPr>
            <a:spLocks xmlns:a="http://schemas.openxmlformats.org/drawingml/2006/main" noGrp="1"/>
          </p:cNvSpPr>
          <p:nvPr/>
        </p:nvSpPr>
        <p:spPr>
          <a:xfrm xmlns:a="http://schemas.openxmlformats.org/drawingml/2006/main">
            <a:off x="3257550" y="3067050"/>
            <a:ext cx="1066800" cy="28575"/>
          </a:xfrm>
          <a:prstGeom xmlns:a="http://schemas.openxmlformats.org/drawingml/2006/main" prst="rect">
            <a:avLst/>
          </a:prstGeom>
          <a:solidFill xmlns:a="http://schemas.openxmlformats.org/drawingml/2006/main">
            <a:srgbClr val="C7F52F"/>
          </a:solidFill>
          <a:ln xmlns:a="http://schemas.openxmlformats.org/drawingml/2006/main" w="0">
            <a:noFill/>
            <a:prstDash val="solid"/>
          </a:ln>
        </p:spPr>
      </p:sp>
      <p:sp>
        <p:nvSpPr>
          <p:cNvPr id="40" name="result-arrow-1-head">
            <a:extLst xmlns:a="http://schemas.openxmlformats.org/drawingml/2006/main">
              <a:ext uri="{FF2B5EF4-FFF2-40B4-BE49-F238E27FC236}">
                <a16:creationId xmlns:a16="http://schemas.microsoft.com/office/drawing/2014/main" id="{B391B2B5-75A5-46AF-A7EF-29114F17A3AF}"/>
              </a:ext>
            </a:extLst>
          </p:cNvPr>
          <p:cNvSpPr>
            <a:spLocks xmlns:a="http://schemas.openxmlformats.org/drawingml/2006/main" noGrp="1"/>
          </p:cNvSpPr>
          <p:nvPr/>
        </p:nvSpPr>
        <p:spPr>
          <a:xfrm xmlns:a="http://schemas.openxmlformats.org/drawingml/2006/main">
            <a:off x="4286250" y="2990850"/>
            <a:ext cx="209550" cy="180975"/>
          </a:xfrm>
          <a:prstGeom xmlns:a="http://schemas.openxmlformats.org/drawingml/2006/main" prst="rightArrow">
            <a:avLst/>
          </a:prstGeom>
          <a:solidFill xmlns:a="http://schemas.openxmlformats.org/drawingml/2006/main">
            <a:srgbClr val="C7F52F"/>
          </a:solidFill>
          <a:ln xmlns:a="http://schemas.openxmlformats.org/drawingml/2006/main" w="0">
            <a:noFill/>
            <a:prstDash val="solid"/>
          </a:ln>
        </p:spPr>
      </p:sp>
      <p:sp>
        <p:nvSpPr>
          <p:cNvPr id="41" name="result-captured">
            <a:extLst xmlns:a="http://schemas.openxmlformats.org/drawingml/2006/main">
              <a:ext uri="{FF2B5EF4-FFF2-40B4-BE49-F238E27FC236}">
                <a16:creationId xmlns:a16="http://schemas.microsoft.com/office/drawing/2014/main" id="{00A440A6-08A3-4479-B039-911786AD23A6}"/>
              </a:ext>
            </a:extLst>
          </p:cNvPr>
          <p:cNvSpPr>
            <a:spLocks xmlns:a="http://schemas.openxmlformats.org/drawingml/2006/main" noGrp="1"/>
          </p:cNvSpPr>
          <p:nvPr/>
        </p:nvSpPr>
        <p:spPr>
          <a:xfrm xmlns:a="http://schemas.openxmlformats.org/drawingml/2006/main">
            <a:off x="4648200" y="2609850"/>
            <a:ext cx="276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650" b="1">
                <a:solidFill>
                  <a:srgbClr val="C7F52F"/>
                </a:solidFill>
                <a:latin typeface="Arial Black"/>
                <a:ea typeface="Arial Black"/>
                <a:cs typeface="Arial Black"/>
              </a:defRPr>
            </a:pPr>
            <a:r>
              <a:rPr sz="4650" b="1">
                <a:solidFill>
                  <a:srgbClr val="C7F52F"/>
                </a:solidFill>
                <a:latin typeface="Arial Black"/>
                <a:ea typeface="Arial Black"/>
                <a:cs typeface="Arial Black"/>
              </a:rPr>
              <a:t>$4,668</a:t>
            </a:r>
          </a:p>
        </p:txBody>
      </p:sp>
      <p:sp>
        <p:nvSpPr>
          <p:cNvPr id="42" name="result-captured-label">
            <a:extLst xmlns:a="http://schemas.openxmlformats.org/drawingml/2006/main">
              <a:ext uri="{FF2B5EF4-FFF2-40B4-BE49-F238E27FC236}">
                <a16:creationId xmlns:a16="http://schemas.microsoft.com/office/drawing/2014/main" id="{878FA2AD-2EFA-4952-8FAB-B71D8F004F31}"/>
              </a:ext>
            </a:extLst>
          </p:cNvPr>
          <p:cNvSpPr>
            <a:spLocks xmlns:a="http://schemas.openxmlformats.org/drawingml/2006/main" noGrp="1"/>
          </p:cNvSpPr>
          <p:nvPr/>
        </p:nvSpPr>
        <p:spPr>
          <a:xfrm xmlns:a="http://schemas.openxmlformats.org/drawingml/2006/main">
            <a:off x="4705350" y="33909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858B84"/>
                </a:solidFill>
                <a:latin typeface="Courier New"/>
                <a:ea typeface="Courier New"/>
                <a:cs typeface="Courier New"/>
              </a:defRPr>
            </a:pPr>
            <a:r>
              <a:rPr sz="1200" b="0">
                <a:solidFill>
                  <a:srgbClr val="858B84"/>
                </a:solidFill>
                <a:latin typeface="Courier New"/>
                <a:ea typeface="Courier New"/>
                <a:cs typeface="Courier New"/>
              </a:rPr>
              <a:t>RAIN SETTLED</a:t>
            </a:r>
          </a:p>
        </p:txBody>
      </p:sp>
      <p:sp>
        <p:nvSpPr>
          <p:cNvPr id="43" name="result-plus">
            <a:extLst xmlns:a="http://schemas.openxmlformats.org/drawingml/2006/main">
              <a:ext uri="{FF2B5EF4-FFF2-40B4-BE49-F238E27FC236}">
                <a16:creationId xmlns:a16="http://schemas.microsoft.com/office/drawing/2014/main" id="{D1509AD9-4F5C-43FF-9D80-722BCF75D77C}"/>
              </a:ext>
            </a:extLst>
          </p:cNvPr>
          <p:cNvSpPr>
            <a:spLocks xmlns:a="http://schemas.openxmlformats.org/drawingml/2006/main" noGrp="1"/>
          </p:cNvSpPr>
          <p:nvPr/>
        </p:nvSpPr>
        <p:spPr>
          <a:xfrm xmlns:a="http://schemas.openxmlformats.org/drawingml/2006/main">
            <a:off x="7524750" y="2724150"/>
            <a:ext cx="571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3750" b="1">
                <a:solidFill>
                  <a:srgbClr val="D3D1C8"/>
                </a:solidFill>
                <a:latin typeface="Arial Black"/>
                <a:ea typeface="Arial Black"/>
                <a:cs typeface="Arial Black"/>
              </a:defRPr>
            </a:pPr>
            <a:r>
              <a:rPr sz="3750" b="1">
                <a:solidFill>
                  <a:srgbClr val="D3D1C8"/>
                </a:solidFill>
                <a:latin typeface="Arial Black"/>
                <a:ea typeface="Arial Black"/>
                <a:cs typeface="Arial Black"/>
              </a:rPr>
              <a:t>+</a:t>
            </a:r>
          </a:p>
        </p:txBody>
      </p:sp>
      <p:sp>
        <p:nvSpPr>
          <p:cNvPr id="44" name="result-released">
            <a:extLst xmlns:a="http://schemas.openxmlformats.org/drawingml/2006/main">
              <a:ext uri="{FF2B5EF4-FFF2-40B4-BE49-F238E27FC236}">
                <a16:creationId xmlns:a16="http://schemas.microsoft.com/office/drawing/2014/main" id="{C919532E-38CC-46F1-8CA1-6C07C13E1597}"/>
              </a:ext>
            </a:extLst>
          </p:cNvPr>
          <p:cNvSpPr>
            <a:spLocks xmlns:a="http://schemas.openxmlformats.org/drawingml/2006/main" noGrp="1"/>
          </p:cNvSpPr>
          <p:nvPr/>
        </p:nvSpPr>
        <p:spPr>
          <a:xfrm xmlns:a="http://schemas.openxmlformats.org/drawingml/2006/main">
            <a:off x="8229600" y="2609850"/>
            <a:ext cx="3181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4650" b="1">
                <a:solidFill>
                  <a:srgbClr val="FF2B79"/>
                </a:solidFill>
                <a:latin typeface="Arial Black"/>
                <a:ea typeface="Arial Black"/>
                <a:cs typeface="Arial Black"/>
              </a:defRPr>
            </a:pPr>
            <a:r>
              <a:rPr sz="4650" b="1">
                <a:solidFill>
                  <a:srgbClr val="FF2B79"/>
                </a:solidFill>
                <a:latin typeface="Arial Black"/>
                <a:ea typeface="Arial Black"/>
                <a:cs typeface="Arial Black"/>
              </a:rPr>
              <a:t>$1,080</a:t>
            </a:r>
          </a:p>
        </p:txBody>
      </p:sp>
      <p:sp>
        <p:nvSpPr>
          <p:cNvPr id="45" name="result-released-label">
            <a:extLst xmlns:a="http://schemas.openxmlformats.org/drawingml/2006/main">
              <a:ext uri="{FF2B5EF4-FFF2-40B4-BE49-F238E27FC236}">
                <a16:creationId xmlns:a16="http://schemas.microsoft.com/office/drawing/2014/main" id="{0637DB41-6B18-41AC-870C-FFA4B06BBC4E}"/>
              </a:ext>
            </a:extLst>
          </p:cNvPr>
          <p:cNvSpPr>
            <a:spLocks xmlns:a="http://schemas.openxmlformats.org/drawingml/2006/main" noGrp="1"/>
          </p:cNvSpPr>
          <p:nvPr/>
        </p:nvSpPr>
        <p:spPr>
          <a:xfrm xmlns:a="http://schemas.openxmlformats.org/drawingml/2006/main">
            <a:off x="8572500" y="33909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858B84"/>
                </a:solidFill>
                <a:latin typeface="Courier New"/>
                <a:ea typeface="Courier New"/>
                <a:cs typeface="Courier New"/>
              </a:defRPr>
            </a:pPr>
            <a:r>
              <a:rPr sz="1200" b="0">
                <a:solidFill>
                  <a:srgbClr val="858B84"/>
                </a:solidFill>
                <a:latin typeface="Courier New"/>
                <a:ea typeface="Courier New"/>
                <a:cs typeface="Courier New"/>
              </a:rPr>
              <a:t>FIXTURE AVAILABLE</a:t>
            </a:r>
          </a:p>
        </p:txBody>
      </p:sp>
      <p:sp>
        <p:nvSpPr>
          <p:cNvPr id="46" name="result-equation-bracket-tl-h">
            <a:extLst xmlns:a="http://schemas.openxmlformats.org/drawingml/2006/main">
              <a:ext uri="{FF2B5EF4-FFF2-40B4-BE49-F238E27FC236}">
                <a16:creationId xmlns:a16="http://schemas.microsoft.com/office/drawing/2014/main" id="{5BAF6096-6585-4C7A-992F-91C83007777B}"/>
              </a:ext>
            </a:extLst>
          </p:cNvPr>
          <p:cNvSpPr>
            <a:spLocks xmlns:a="http://schemas.openxmlformats.org/drawingml/2006/main" noGrp="1"/>
          </p:cNvSpPr>
          <p:nvPr/>
        </p:nvSpPr>
        <p:spPr>
          <a:xfrm xmlns:a="http://schemas.openxmlformats.org/drawingml/2006/main">
            <a:off x="323850" y="234315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47" name="result-equation-bracket-tl-v">
            <a:extLst xmlns:a="http://schemas.openxmlformats.org/drawingml/2006/main">
              <a:ext uri="{FF2B5EF4-FFF2-40B4-BE49-F238E27FC236}">
                <a16:creationId xmlns:a16="http://schemas.microsoft.com/office/drawing/2014/main" id="{4548D258-8A2D-4DF9-8DDB-3AAC837E9D12}"/>
              </a:ext>
            </a:extLst>
          </p:cNvPr>
          <p:cNvSpPr>
            <a:spLocks xmlns:a="http://schemas.openxmlformats.org/drawingml/2006/main" noGrp="1"/>
          </p:cNvSpPr>
          <p:nvPr/>
        </p:nvSpPr>
        <p:spPr>
          <a:xfrm xmlns:a="http://schemas.openxmlformats.org/drawingml/2006/main">
            <a:off x="323850" y="234315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48" name="result-equation-bracket-tr-h">
            <a:extLst xmlns:a="http://schemas.openxmlformats.org/drawingml/2006/main">
              <a:ext uri="{FF2B5EF4-FFF2-40B4-BE49-F238E27FC236}">
                <a16:creationId xmlns:a16="http://schemas.microsoft.com/office/drawing/2014/main" id="{6E71545F-FEB9-40C9-9126-082BC54DAAAA}"/>
              </a:ext>
            </a:extLst>
          </p:cNvPr>
          <p:cNvSpPr>
            <a:spLocks xmlns:a="http://schemas.openxmlformats.org/drawingml/2006/main" noGrp="1"/>
          </p:cNvSpPr>
          <p:nvPr/>
        </p:nvSpPr>
        <p:spPr>
          <a:xfrm xmlns:a="http://schemas.openxmlformats.org/drawingml/2006/main">
            <a:off x="11334750" y="234315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49" name="result-equation-bracket-tr-v">
            <a:extLst xmlns:a="http://schemas.openxmlformats.org/drawingml/2006/main">
              <a:ext uri="{FF2B5EF4-FFF2-40B4-BE49-F238E27FC236}">
                <a16:creationId xmlns:a16="http://schemas.microsoft.com/office/drawing/2014/main" id="{1C1BC6BD-2449-4A14-9DFC-2045AAF948CE}"/>
              </a:ext>
            </a:extLst>
          </p:cNvPr>
          <p:cNvSpPr>
            <a:spLocks xmlns:a="http://schemas.openxmlformats.org/drawingml/2006/main" noGrp="1"/>
          </p:cNvSpPr>
          <p:nvPr/>
        </p:nvSpPr>
        <p:spPr>
          <a:xfrm xmlns:a="http://schemas.openxmlformats.org/drawingml/2006/main">
            <a:off x="11487150" y="234315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0" name="result-equation-bracket-bl-h">
            <a:extLst xmlns:a="http://schemas.openxmlformats.org/drawingml/2006/main">
              <a:ext uri="{FF2B5EF4-FFF2-40B4-BE49-F238E27FC236}">
                <a16:creationId xmlns:a16="http://schemas.microsoft.com/office/drawing/2014/main" id="{C31134E2-0094-41F4-A3CC-7F76E345B36F}"/>
              </a:ext>
            </a:extLst>
          </p:cNvPr>
          <p:cNvSpPr>
            <a:spLocks xmlns:a="http://schemas.openxmlformats.org/drawingml/2006/main" noGrp="1"/>
          </p:cNvSpPr>
          <p:nvPr/>
        </p:nvSpPr>
        <p:spPr>
          <a:xfrm xmlns:a="http://schemas.openxmlformats.org/drawingml/2006/main">
            <a:off x="323850" y="386715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1" name="result-equation-bracket-bl-v">
            <a:extLst xmlns:a="http://schemas.openxmlformats.org/drawingml/2006/main">
              <a:ext uri="{FF2B5EF4-FFF2-40B4-BE49-F238E27FC236}">
                <a16:creationId xmlns:a16="http://schemas.microsoft.com/office/drawing/2014/main" id="{2BC62A8F-B929-4DC7-9895-39F041EF0B03}"/>
              </a:ext>
            </a:extLst>
          </p:cNvPr>
          <p:cNvSpPr>
            <a:spLocks xmlns:a="http://schemas.openxmlformats.org/drawingml/2006/main" noGrp="1"/>
          </p:cNvSpPr>
          <p:nvPr/>
        </p:nvSpPr>
        <p:spPr>
          <a:xfrm xmlns:a="http://schemas.openxmlformats.org/drawingml/2006/main">
            <a:off x="323850" y="371475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2" name="result-equation-bracket-br-h">
            <a:extLst xmlns:a="http://schemas.openxmlformats.org/drawingml/2006/main">
              <a:ext uri="{FF2B5EF4-FFF2-40B4-BE49-F238E27FC236}">
                <a16:creationId xmlns:a16="http://schemas.microsoft.com/office/drawing/2014/main" id="{B0BFE2B1-D4BE-4C4B-8926-97456711D451}"/>
              </a:ext>
            </a:extLst>
          </p:cNvPr>
          <p:cNvSpPr>
            <a:spLocks xmlns:a="http://schemas.openxmlformats.org/drawingml/2006/main" noGrp="1"/>
          </p:cNvSpPr>
          <p:nvPr/>
        </p:nvSpPr>
        <p:spPr>
          <a:xfrm xmlns:a="http://schemas.openxmlformats.org/drawingml/2006/main">
            <a:off x="11334750" y="3867150"/>
            <a:ext cx="152400" cy="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3" name="result-equation-bracket-br-v">
            <a:extLst xmlns:a="http://schemas.openxmlformats.org/drawingml/2006/main">
              <a:ext uri="{FF2B5EF4-FFF2-40B4-BE49-F238E27FC236}">
                <a16:creationId xmlns:a16="http://schemas.microsoft.com/office/drawing/2014/main" id="{FDEB30B2-6867-49A8-B050-8F6A27C2ABC7}"/>
              </a:ext>
            </a:extLst>
          </p:cNvPr>
          <p:cNvSpPr>
            <a:spLocks xmlns:a="http://schemas.openxmlformats.org/drawingml/2006/main" noGrp="1"/>
          </p:cNvSpPr>
          <p:nvPr/>
        </p:nvSpPr>
        <p:spPr>
          <a:xfrm xmlns:a="http://schemas.openxmlformats.org/drawingml/2006/main">
            <a:off x="11487150" y="3714750"/>
            <a:ext cx="0" cy="152400"/>
          </a:xfrm>
          <a:prstGeom xmlns:a="http://schemas.openxmlformats.org/drawingml/2006/main" prst="line">
            <a:avLst/>
          </a:prstGeom>
          <a:noFill xmlns:a="http://schemas.openxmlformats.org/drawingml/2006/main"/>
          <a:ln xmlns:a="http://schemas.openxmlformats.org/drawingml/2006/main" w="13335">
            <a:solidFill>
              <a:srgbClr val="D3D1C8"/>
            </a:solidFill>
            <a:prstDash val="solid"/>
          </a:ln>
        </p:spPr>
      </p:sp>
      <p:sp>
        <p:nvSpPr>
          <p:cNvPr id="54" name="economics-share-0">
            <a:extLst xmlns:a="http://schemas.openxmlformats.org/drawingml/2006/main">
              <a:ext uri="{FF2B5EF4-FFF2-40B4-BE49-F238E27FC236}">
                <a16:creationId xmlns:a16="http://schemas.microsoft.com/office/drawing/2014/main" id="{6543BF79-3669-4BE6-818F-41BCE20515F1}"/>
              </a:ext>
            </a:extLst>
          </p:cNvPr>
          <p:cNvSpPr>
            <a:spLocks xmlns:a="http://schemas.openxmlformats.org/drawingml/2006/main" noGrp="1"/>
          </p:cNvSpPr>
          <p:nvPr/>
        </p:nvSpPr>
        <p:spPr>
          <a:xfrm xmlns:a="http://schemas.openxmlformats.org/drawingml/2006/main">
            <a:off x="438150" y="42672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D3D1C8"/>
                </a:solidFill>
                <a:latin typeface="Courier New"/>
                <a:ea typeface="Courier New"/>
                <a:cs typeface="Courier New"/>
              </a:defRPr>
            </a:pPr>
            <a:r>
              <a:rPr sz="1050" b="1">
                <a:solidFill>
                  <a:srgbClr val="D3D1C8"/>
                </a:solidFill>
                <a:latin typeface="Courier New"/>
                <a:ea typeface="Courier New"/>
                <a:cs typeface="Courier New"/>
              </a:rPr>
              <a:t>5% OF SAVINGS</a:t>
            </a:r>
          </a:p>
        </p:txBody>
      </p:sp>
      <p:sp>
        <p:nvSpPr>
          <p:cNvPr id="55" name="economics-revenue-0">
            <a:extLst xmlns:a="http://schemas.openxmlformats.org/drawingml/2006/main">
              <a:ext uri="{FF2B5EF4-FFF2-40B4-BE49-F238E27FC236}">
                <a16:creationId xmlns:a16="http://schemas.microsoft.com/office/drawing/2014/main" id="{931B4A10-6B0E-473D-86E1-7F69F58A7C59}"/>
              </a:ext>
            </a:extLst>
          </p:cNvPr>
          <p:cNvSpPr>
            <a:spLocks xmlns:a="http://schemas.openxmlformats.org/drawingml/2006/main" noGrp="1"/>
          </p:cNvSpPr>
          <p:nvPr/>
        </p:nvSpPr>
        <p:spPr>
          <a:xfrm xmlns:a="http://schemas.openxmlformats.org/drawingml/2006/main">
            <a:off x="438150" y="453390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1">
                <a:solidFill>
                  <a:srgbClr val="F1EFE5"/>
                </a:solidFill>
                <a:latin typeface="Arial Black"/>
                <a:ea typeface="Arial Black"/>
                <a:cs typeface="Arial Black"/>
              </a:defRPr>
            </a:pPr>
            <a:r>
              <a:rPr sz="3300" b="1">
                <a:solidFill>
                  <a:srgbClr val="F1EFE5"/>
                </a:solidFill>
                <a:latin typeface="Arial Black"/>
                <a:ea typeface="Arial Black"/>
                <a:cs typeface="Arial Black"/>
              </a:rPr>
              <a:t>$54</a:t>
            </a:r>
          </a:p>
        </p:txBody>
      </p:sp>
      <p:sp>
        <p:nvSpPr>
          <p:cNvPr id="56" name="economics-revenue-label-0">
            <a:extLst xmlns:a="http://schemas.openxmlformats.org/drawingml/2006/main">
              <a:ext uri="{FF2B5EF4-FFF2-40B4-BE49-F238E27FC236}">
                <a16:creationId xmlns:a16="http://schemas.microsoft.com/office/drawing/2014/main" id="{6A16BD72-177D-47F1-998D-8A7AD4A0077B}"/>
              </a:ext>
            </a:extLst>
          </p:cNvPr>
          <p:cNvSpPr>
            <a:spLocks xmlns:a="http://schemas.openxmlformats.org/drawingml/2006/main" noGrp="1"/>
          </p:cNvSpPr>
          <p:nvPr/>
        </p:nvSpPr>
        <p:spPr>
          <a:xfrm xmlns:a="http://schemas.openxmlformats.org/drawingml/2006/main">
            <a:off x="2152650" y="4629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POOL REVENUE</a:t>
            </a:r>
          </a:p>
        </p:txBody>
      </p:sp>
      <p:sp>
        <p:nvSpPr>
          <p:cNvPr id="57" name="economics-buyer-0">
            <a:extLst xmlns:a="http://schemas.openxmlformats.org/drawingml/2006/main">
              <a:ext uri="{FF2B5EF4-FFF2-40B4-BE49-F238E27FC236}">
                <a16:creationId xmlns:a16="http://schemas.microsoft.com/office/drawing/2014/main" id="{A1744AAD-17F8-4081-840B-6640CB053593}"/>
              </a:ext>
            </a:extLst>
          </p:cNvPr>
          <p:cNvSpPr>
            <a:spLocks xmlns:a="http://schemas.openxmlformats.org/drawingml/2006/main" noGrp="1"/>
          </p:cNvSpPr>
          <p:nvPr/>
        </p:nvSpPr>
        <p:spPr>
          <a:xfrm xmlns:a="http://schemas.openxmlformats.org/drawingml/2006/main">
            <a:off x="438150" y="518160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FF2B79"/>
                </a:solidFill>
                <a:latin typeface="Courier New"/>
                <a:ea typeface="Courier New"/>
                <a:cs typeface="Courier New"/>
              </a:defRPr>
            </a:pPr>
            <a:r>
              <a:rPr sz="1050" b="1">
                <a:solidFill>
                  <a:srgbClr val="FF2B79"/>
                </a:solidFill>
                <a:latin typeface="Courier New"/>
                <a:ea typeface="Courier New"/>
                <a:cs typeface="Courier New"/>
              </a:rPr>
              <a:t>17.8% NET BUYER SAVINGS</a:t>
            </a:r>
          </a:p>
        </p:txBody>
      </p:sp>
      <p:sp>
        <p:nvSpPr>
          <p:cNvPr id="58" name="economics-divider-1">
            <a:extLst xmlns:a="http://schemas.openxmlformats.org/drawingml/2006/main">
              <a:ext uri="{FF2B5EF4-FFF2-40B4-BE49-F238E27FC236}">
                <a16:creationId xmlns:a16="http://schemas.microsoft.com/office/drawing/2014/main" id="{0A5543EF-4AF3-468E-8479-723131261BF4}"/>
              </a:ext>
            </a:extLst>
          </p:cNvPr>
          <p:cNvSpPr>
            <a:spLocks xmlns:a="http://schemas.openxmlformats.org/drawingml/2006/main" noGrp="1"/>
          </p:cNvSpPr>
          <p:nvPr/>
        </p:nvSpPr>
        <p:spPr>
          <a:xfrm xmlns:a="http://schemas.openxmlformats.org/drawingml/2006/main">
            <a:off x="3771900" y="4267200"/>
            <a:ext cx="0" cy="1257300"/>
          </a:xfrm>
          <a:prstGeom xmlns:a="http://schemas.openxmlformats.org/drawingml/2006/main" prst="line">
            <a:avLst/>
          </a:prstGeom>
          <a:noFill xmlns:a="http://schemas.openxmlformats.org/drawingml/2006/main"/>
          <a:ln xmlns:a="http://schemas.openxmlformats.org/drawingml/2006/main" w="14288">
            <a:solidFill>
              <a:srgbClr val="252A26"/>
            </a:solidFill>
            <a:prstDash val="solid"/>
          </a:ln>
        </p:spPr>
      </p:sp>
      <p:sp>
        <p:nvSpPr>
          <p:cNvPr id="59" name="economics-share-1">
            <a:extLst xmlns:a="http://schemas.openxmlformats.org/drawingml/2006/main">
              <a:ext uri="{FF2B5EF4-FFF2-40B4-BE49-F238E27FC236}">
                <a16:creationId xmlns:a16="http://schemas.microsoft.com/office/drawing/2014/main" id="{1A8A9962-DE38-4038-83F9-5F91DD388107}"/>
              </a:ext>
            </a:extLst>
          </p:cNvPr>
          <p:cNvSpPr>
            <a:spLocks xmlns:a="http://schemas.openxmlformats.org/drawingml/2006/main" noGrp="1"/>
          </p:cNvSpPr>
          <p:nvPr/>
        </p:nvSpPr>
        <p:spPr>
          <a:xfrm xmlns:a="http://schemas.openxmlformats.org/drawingml/2006/main">
            <a:off x="4171950" y="42672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C7F52F"/>
                </a:solidFill>
                <a:latin typeface="Courier New"/>
                <a:ea typeface="Courier New"/>
                <a:cs typeface="Courier New"/>
              </a:defRPr>
            </a:pPr>
            <a:r>
              <a:rPr sz="1050" b="1">
                <a:solidFill>
                  <a:srgbClr val="C7F52F"/>
                </a:solidFill>
                <a:latin typeface="Courier New"/>
                <a:ea typeface="Courier New"/>
                <a:cs typeface="Courier New"/>
              </a:rPr>
              <a:t>10% OF SAVINGS</a:t>
            </a:r>
          </a:p>
        </p:txBody>
      </p:sp>
      <p:sp>
        <p:nvSpPr>
          <p:cNvPr id="60" name="economics-revenue-1">
            <a:extLst xmlns:a="http://schemas.openxmlformats.org/drawingml/2006/main">
              <a:ext uri="{FF2B5EF4-FFF2-40B4-BE49-F238E27FC236}">
                <a16:creationId xmlns:a16="http://schemas.microsoft.com/office/drawing/2014/main" id="{112E35A4-D0E7-4003-8B9C-E124650B96DA}"/>
              </a:ext>
            </a:extLst>
          </p:cNvPr>
          <p:cNvSpPr>
            <a:spLocks xmlns:a="http://schemas.openxmlformats.org/drawingml/2006/main" noGrp="1"/>
          </p:cNvSpPr>
          <p:nvPr/>
        </p:nvSpPr>
        <p:spPr>
          <a:xfrm xmlns:a="http://schemas.openxmlformats.org/drawingml/2006/main">
            <a:off x="4171950" y="453390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1">
                <a:solidFill>
                  <a:srgbClr val="C7F52F"/>
                </a:solidFill>
                <a:latin typeface="Arial Black"/>
                <a:ea typeface="Arial Black"/>
                <a:cs typeface="Arial Black"/>
              </a:defRPr>
            </a:pPr>
            <a:r>
              <a:rPr sz="3300" b="1">
                <a:solidFill>
                  <a:srgbClr val="C7F52F"/>
                </a:solidFill>
                <a:latin typeface="Arial Black"/>
                <a:ea typeface="Arial Black"/>
                <a:cs typeface="Arial Black"/>
              </a:rPr>
              <a:t>$108</a:t>
            </a:r>
          </a:p>
        </p:txBody>
      </p:sp>
      <p:sp>
        <p:nvSpPr>
          <p:cNvPr id="61" name="economics-revenue-label-1">
            <a:extLst xmlns:a="http://schemas.openxmlformats.org/drawingml/2006/main">
              <a:ext uri="{FF2B5EF4-FFF2-40B4-BE49-F238E27FC236}">
                <a16:creationId xmlns:a16="http://schemas.microsoft.com/office/drawing/2014/main" id="{7C57804E-138D-4B35-B838-F9388C551778}"/>
              </a:ext>
            </a:extLst>
          </p:cNvPr>
          <p:cNvSpPr>
            <a:spLocks xmlns:a="http://schemas.openxmlformats.org/drawingml/2006/main" noGrp="1"/>
          </p:cNvSpPr>
          <p:nvPr/>
        </p:nvSpPr>
        <p:spPr>
          <a:xfrm xmlns:a="http://schemas.openxmlformats.org/drawingml/2006/main">
            <a:off x="5886450" y="4629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POOL REVENUE</a:t>
            </a:r>
          </a:p>
        </p:txBody>
      </p:sp>
      <p:sp>
        <p:nvSpPr>
          <p:cNvPr id="62" name="economics-buyer-1">
            <a:extLst xmlns:a="http://schemas.openxmlformats.org/drawingml/2006/main">
              <a:ext uri="{FF2B5EF4-FFF2-40B4-BE49-F238E27FC236}">
                <a16:creationId xmlns:a16="http://schemas.microsoft.com/office/drawing/2014/main" id="{B7667A6C-A58E-4B64-B515-BFA51B981A81}"/>
              </a:ext>
            </a:extLst>
          </p:cNvPr>
          <p:cNvSpPr>
            <a:spLocks xmlns:a="http://schemas.openxmlformats.org/drawingml/2006/main" noGrp="1"/>
          </p:cNvSpPr>
          <p:nvPr/>
        </p:nvSpPr>
        <p:spPr>
          <a:xfrm xmlns:a="http://schemas.openxmlformats.org/drawingml/2006/main">
            <a:off x="4171950" y="518160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FF2B79"/>
                </a:solidFill>
                <a:latin typeface="Courier New"/>
                <a:ea typeface="Courier New"/>
                <a:cs typeface="Courier New"/>
              </a:defRPr>
            </a:pPr>
            <a:r>
              <a:rPr sz="1050" b="1">
                <a:solidFill>
                  <a:srgbClr val="FF2B79"/>
                </a:solidFill>
                <a:latin typeface="Courier New"/>
                <a:ea typeface="Courier New"/>
                <a:cs typeface="Courier New"/>
              </a:rPr>
              <a:t>16.9% NET BUYER SAVINGS</a:t>
            </a:r>
          </a:p>
        </p:txBody>
      </p:sp>
      <p:sp>
        <p:nvSpPr>
          <p:cNvPr id="63" name="economics-divider-2">
            <a:extLst xmlns:a="http://schemas.openxmlformats.org/drawingml/2006/main">
              <a:ext uri="{FF2B5EF4-FFF2-40B4-BE49-F238E27FC236}">
                <a16:creationId xmlns:a16="http://schemas.microsoft.com/office/drawing/2014/main" id="{08B859EF-F1E3-45B3-ACC1-3DB4AAE62693}"/>
              </a:ext>
            </a:extLst>
          </p:cNvPr>
          <p:cNvSpPr>
            <a:spLocks xmlns:a="http://schemas.openxmlformats.org/drawingml/2006/main" noGrp="1"/>
          </p:cNvSpPr>
          <p:nvPr/>
        </p:nvSpPr>
        <p:spPr>
          <a:xfrm xmlns:a="http://schemas.openxmlformats.org/drawingml/2006/main">
            <a:off x="7505700" y="4267200"/>
            <a:ext cx="0" cy="1257300"/>
          </a:xfrm>
          <a:prstGeom xmlns:a="http://schemas.openxmlformats.org/drawingml/2006/main" prst="line">
            <a:avLst/>
          </a:prstGeom>
          <a:noFill xmlns:a="http://schemas.openxmlformats.org/drawingml/2006/main"/>
          <a:ln xmlns:a="http://schemas.openxmlformats.org/drawingml/2006/main" w="14288">
            <a:solidFill>
              <a:srgbClr val="252A26"/>
            </a:solidFill>
            <a:prstDash val="solid"/>
          </a:ln>
        </p:spPr>
      </p:sp>
      <p:sp>
        <p:nvSpPr>
          <p:cNvPr id="64" name="economics-share-2">
            <a:extLst xmlns:a="http://schemas.openxmlformats.org/drawingml/2006/main">
              <a:ext uri="{FF2B5EF4-FFF2-40B4-BE49-F238E27FC236}">
                <a16:creationId xmlns:a16="http://schemas.microsoft.com/office/drawing/2014/main" id="{FAD9FC81-157C-4111-9F59-BB74A7347764}"/>
              </a:ext>
            </a:extLst>
          </p:cNvPr>
          <p:cNvSpPr>
            <a:spLocks xmlns:a="http://schemas.openxmlformats.org/drawingml/2006/main" noGrp="1"/>
          </p:cNvSpPr>
          <p:nvPr/>
        </p:nvSpPr>
        <p:spPr>
          <a:xfrm xmlns:a="http://schemas.openxmlformats.org/drawingml/2006/main">
            <a:off x="7905750" y="42672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D3D1C8"/>
                </a:solidFill>
                <a:latin typeface="Courier New"/>
                <a:ea typeface="Courier New"/>
                <a:cs typeface="Courier New"/>
              </a:defRPr>
            </a:pPr>
            <a:r>
              <a:rPr sz="1050" b="1">
                <a:solidFill>
                  <a:srgbClr val="D3D1C8"/>
                </a:solidFill>
                <a:latin typeface="Courier New"/>
                <a:ea typeface="Courier New"/>
                <a:cs typeface="Courier New"/>
              </a:rPr>
              <a:t>15% OF SAVINGS</a:t>
            </a:r>
          </a:p>
        </p:txBody>
      </p:sp>
      <p:sp>
        <p:nvSpPr>
          <p:cNvPr id="65" name="economics-revenue-2">
            <a:extLst xmlns:a="http://schemas.openxmlformats.org/drawingml/2006/main">
              <a:ext uri="{FF2B5EF4-FFF2-40B4-BE49-F238E27FC236}">
                <a16:creationId xmlns:a16="http://schemas.microsoft.com/office/drawing/2014/main" id="{11496DF0-293F-441E-892A-FC810A72D844}"/>
              </a:ext>
            </a:extLst>
          </p:cNvPr>
          <p:cNvSpPr>
            <a:spLocks xmlns:a="http://schemas.openxmlformats.org/drawingml/2006/main" noGrp="1"/>
          </p:cNvSpPr>
          <p:nvPr/>
        </p:nvSpPr>
        <p:spPr>
          <a:xfrm xmlns:a="http://schemas.openxmlformats.org/drawingml/2006/main">
            <a:off x="7905750" y="4533900"/>
            <a:ext cx="167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1">
                <a:solidFill>
                  <a:srgbClr val="F1EFE5"/>
                </a:solidFill>
                <a:latin typeface="Arial Black"/>
                <a:ea typeface="Arial Black"/>
                <a:cs typeface="Arial Black"/>
              </a:defRPr>
            </a:pPr>
            <a:r>
              <a:rPr sz="3300" b="1">
                <a:solidFill>
                  <a:srgbClr val="F1EFE5"/>
                </a:solidFill>
                <a:latin typeface="Arial Black"/>
                <a:ea typeface="Arial Black"/>
                <a:cs typeface="Arial Black"/>
              </a:rPr>
              <a:t>$162</a:t>
            </a:r>
          </a:p>
        </p:txBody>
      </p:sp>
      <p:sp>
        <p:nvSpPr>
          <p:cNvPr id="66" name="economics-revenue-label-2">
            <a:extLst xmlns:a="http://schemas.openxmlformats.org/drawingml/2006/main">
              <a:ext uri="{FF2B5EF4-FFF2-40B4-BE49-F238E27FC236}">
                <a16:creationId xmlns:a16="http://schemas.microsoft.com/office/drawing/2014/main" id="{43766AA2-4E96-42B9-ACCA-05B38ED4E3EB}"/>
              </a:ext>
            </a:extLst>
          </p:cNvPr>
          <p:cNvSpPr>
            <a:spLocks xmlns:a="http://schemas.openxmlformats.org/drawingml/2006/main" noGrp="1"/>
          </p:cNvSpPr>
          <p:nvPr/>
        </p:nvSpPr>
        <p:spPr>
          <a:xfrm xmlns:a="http://schemas.openxmlformats.org/drawingml/2006/main">
            <a:off x="9620250" y="4629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0">
                <a:solidFill>
                  <a:srgbClr val="858B84"/>
                </a:solidFill>
                <a:latin typeface="Courier New"/>
                <a:ea typeface="Courier New"/>
                <a:cs typeface="Courier New"/>
              </a:defRPr>
            </a:pPr>
            <a:r>
              <a:rPr sz="900" b="0">
                <a:solidFill>
                  <a:srgbClr val="858B84"/>
                </a:solidFill>
                <a:latin typeface="Courier New"/>
                <a:ea typeface="Courier New"/>
                <a:cs typeface="Courier New"/>
              </a:rPr>
              <a:t>POOL REVENUE</a:t>
            </a:r>
          </a:p>
        </p:txBody>
      </p:sp>
      <p:sp>
        <p:nvSpPr>
          <p:cNvPr id="67" name="economics-buyer-2">
            <a:extLst xmlns:a="http://schemas.openxmlformats.org/drawingml/2006/main">
              <a:ext uri="{FF2B5EF4-FFF2-40B4-BE49-F238E27FC236}">
                <a16:creationId xmlns:a16="http://schemas.microsoft.com/office/drawing/2014/main" id="{9240022A-73BD-44A3-869F-92BD82B2D6BD}"/>
              </a:ext>
            </a:extLst>
          </p:cNvPr>
          <p:cNvSpPr>
            <a:spLocks xmlns:a="http://schemas.openxmlformats.org/drawingml/2006/main" noGrp="1"/>
          </p:cNvSpPr>
          <p:nvPr/>
        </p:nvSpPr>
        <p:spPr>
          <a:xfrm xmlns:a="http://schemas.openxmlformats.org/drawingml/2006/main">
            <a:off x="7905750" y="518160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1">
                <a:solidFill>
                  <a:srgbClr val="FF2B79"/>
                </a:solidFill>
                <a:latin typeface="Courier New"/>
                <a:ea typeface="Courier New"/>
                <a:cs typeface="Courier New"/>
              </a:defRPr>
            </a:pPr>
            <a:r>
              <a:rPr sz="1050" b="1">
                <a:solidFill>
                  <a:srgbClr val="FF2B79"/>
                </a:solidFill>
                <a:latin typeface="Courier New"/>
                <a:ea typeface="Courier New"/>
                <a:cs typeface="Courier New"/>
              </a:rPr>
              <a:t>16.0% NET BUYER SAVINGS</a:t>
            </a:r>
          </a:p>
        </p:txBody>
      </p:sp>
      <p:sp>
        <p:nvSpPr>
          <p:cNvPr id="68" name="closing-rule">
            <a:extLst xmlns:a="http://schemas.openxmlformats.org/drawingml/2006/main">
              <a:ext uri="{FF2B5EF4-FFF2-40B4-BE49-F238E27FC236}">
                <a16:creationId xmlns:a16="http://schemas.microsoft.com/office/drawing/2014/main" id="{A74F8382-B56A-4D4B-9E2B-E48139B36813}"/>
              </a:ext>
            </a:extLst>
          </p:cNvPr>
          <p:cNvSpPr>
            <a:spLocks xmlns:a="http://schemas.openxmlformats.org/drawingml/2006/main" noGrp="1"/>
          </p:cNvSpPr>
          <p:nvPr/>
        </p:nvSpPr>
        <p:spPr>
          <a:xfrm xmlns:a="http://schemas.openxmlformats.org/drawingml/2006/main">
            <a:off x="381000" y="5676900"/>
            <a:ext cx="11430000" cy="0"/>
          </a:xfrm>
          <a:prstGeom xmlns:a="http://schemas.openxmlformats.org/drawingml/2006/main" prst="line">
            <a:avLst/>
          </a:prstGeom>
          <a:noFill xmlns:a="http://schemas.openxmlformats.org/drawingml/2006/main"/>
          <a:ln xmlns:a="http://schemas.openxmlformats.org/drawingml/2006/main" w="11430">
            <a:solidFill>
              <a:srgbClr val="252A26"/>
            </a:solidFill>
            <a:prstDash val="solid"/>
          </a:ln>
        </p:spPr>
      </p:sp>
      <p:sp>
        <p:nvSpPr>
          <p:cNvPr id="69" name="economics-boundary">
            <a:extLst xmlns:a="http://schemas.openxmlformats.org/drawingml/2006/main">
              <a:ext uri="{FF2B5EF4-FFF2-40B4-BE49-F238E27FC236}">
                <a16:creationId xmlns:a16="http://schemas.microsoft.com/office/drawing/2014/main" id="{8A32BAF6-C76A-4995-964D-7D0FDB29502F}"/>
              </a:ext>
            </a:extLst>
          </p:cNvPr>
          <p:cNvSpPr>
            <a:spLocks xmlns:a="http://schemas.openxmlformats.org/drawingml/2006/main" noGrp="1"/>
          </p:cNvSpPr>
          <p:nvPr/>
        </p:nvSpPr>
        <p:spPr>
          <a:xfrm xmlns:a="http://schemas.openxmlformats.org/drawingml/2006/main">
            <a:off x="381000" y="5791200"/>
            <a:ext cx="1143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FF2B79"/>
                </a:solidFill>
                <a:latin typeface="Courier New"/>
                <a:ea typeface="Courier New"/>
                <a:cs typeface="Courier New"/>
              </a:defRPr>
            </a:pPr>
            <a:r>
              <a:rPr sz="900" b="1">
                <a:solidFill>
                  <a:srgbClr val="FF2B79"/>
                </a:solidFill>
                <a:latin typeface="Courier New"/>
                <a:ea typeface="Courier New"/>
                <a:cs typeface="Courier New"/>
              </a:rPr>
              <a:t>ILLUSTRATIVE ONLY · NO FEE IN THE FIXED RECORD · EXCLUDES TAX, SHIPPING, RETURNS + COSTS</a:t>
            </a:r>
          </a:p>
        </p:txBody>
      </p:sp>
      <p:sp>
        <p:nvSpPr>
          <p:cNvPr id="70" name="closing-thesis">
            <a:extLst xmlns:a="http://schemas.openxmlformats.org/drawingml/2006/main">
              <a:ext uri="{FF2B5EF4-FFF2-40B4-BE49-F238E27FC236}">
                <a16:creationId xmlns:a16="http://schemas.microsoft.com/office/drawing/2014/main" id="{EAE89F8B-33EA-45DC-8041-E9A1CFA0DDC4}"/>
              </a:ext>
            </a:extLst>
          </p:cNvPr>
          <p:cNvSpPr>
            <a:spLocks xmlns:a="http://schemas.openxmlformats.org/drawingml/2006/main" noGrp="1"/>
          </p:cNvSpPr>
          <p:nvPr/>
        </p:nvSpPr>
        <p:spPr>
          <a:xfrm xmlns:a="http://schemas.openxmlformats.org/drawingml/2006/main">
            <a:off x="381000" y="6048375"/>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F1EFE5"/>
                </a:solidFill>
                <a:latin typeface="Courier New"/>
                <a:ea typeface="Courier New"/>
                <a:cs typeface="Courier New"/>
              </a:defRPr>
            </a:pPr>
            <a:r>
              <a:rPr sz="1350" b="1">
                <a:solidFill>
                  <a:srgbClr val="F1EFE5"/>
                </a:solidFill>
                <a:latin typeface="Courier New"/>
                <a:ea typeface="Courier New"/>
                <a:cs typeface="Courier New"/>
              </a:rPr>
              <a:t>NOT AI THAT SHOPS. A MARKET WHERE DEMAND ORGANIZES ITSELF.</a:t>
            </a:r>
          </a:p>
        </p:txBody>
      </p:sp>
      <p:sp>
        <p:nvSpPr>
          <p:cNvPr id="71" name="closing-action">
            <a:extLst xmlns:a="http://schemas.openxmlformats.org/drawingml/2006/main">
              <a:ext uri="{FF2B5EF4-FFF2-40B4-BE49-F238E27FC236}">
                <a16:creationId xmlns:a16="http://schemas.microsoft.com/office/drawing/2014/main" id="{0EA24049-EEB2-48CE-8FC3-949513992E69}"/>
              </a:ext>
            </a:extLst>
          </p:cNvPr>
          <p:cNvSpPr>
            <a:spLocks xmlns:a="http://schemas.openxmlformats.org/drawingml/2006/main" noGrp="1"/>
          </p:cNvSpPr>
          <p:nvPr/>
        </p:nvSpPr>
        <p:spPr>
          <a:xfrm xmlns:a="http://schemas.openxmlformats.org/drawingml/2006/main">
            <a:off x="8629650" y="6048375"/>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75" b="1">
                <a:solidFill>
                  <a:srgbClr val="C7F52F"/>
                </a:solidFill>
                <a:latin typeface="Courier New"/>
                <a:ea typeface="Courier New"/>
                <a:cs typeface="Courier New"/>
              </a:defRPr>
            </a:pPr>
            <a:r>
              <a:rPr sz="975" b="1">
                <a:solidFill>
                  <a:srgbClr val="C7F52F"/>
                </a:solidFill>
                <a:latin typeface="Courier New"/>
                <a:ea typeface="Courier New"/>
                <a:cs typeface="Courier New"/>
              </a:rPr>
              <a:t>10% CASE: $108 / POOL</a:t>
            </a:r>
          </a:p>
        </p:txBody>
      </p:sp>
    </p:spTree>
    <p:extLst>
      <p:ext uri="{BB962C8B-B14F-4D97-AF65-F5344CB8AC3E}">
        <p14:creationId xmlns:p14="http://schemas.microsoft.com/office/powerpoint/2010/main" val="3164874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POOL — Democratize Buying Power</dc:title>
  <dcterms:created xsi:type="dcterms:W3CDTF">2026-08-09T12:09:30.8260000Z</dcterms:created>
  <dcterms:modified xsi:type="dcterms:W3CDTF">2026-08-09T12:09:30.8260000Z</dcterms:modified>
</coreProperties>
</file>