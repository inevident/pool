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6f08dd3f173b43e6" /><Relationship Type="http://schemas.openxmlformats.org/officeDocument/2006/relationships/extended-properties" Target="/docProps/app.xml" Id="Rc23c1ca623024930" /><Relationship Type="http://schemas.openxmlformats.org/officeDocument/2006/relationships/officeDocument" Target="/ppt/presentation.xml" Id="R8f7afe0935e44b94" /></Relationships>
</file>

<file path=ppt/presentation.xml><?xml version="1.0" encoding="utf-8"?>
<p:presentation xmlns:p="http://schemas.openxmlformats.org/presentationml/2006/main">
  <p:sldMasterIdLst>
    <p:sldMasterId xmlns:r="http://schemas.openxmlformats.org/officeDocument/2006/relationships" id="2147483648" r:id="Rbad5be95b68c485e"/>
  </p:sldMasterIdLst>
  <p:notesMasterIdLst>
    <p:notesMasterId xmlns:r="http://schemas.openxmlformats.org/officeDocument/2006/relationships" r:id="R6787e6a5efb445d3"/>
  </p:notesMasterIdLst>
  <p:sldIdLst>
    <p:sldId xmlns:r="http://schemas.openxmlformats.org/officeDocument/2006/relationships" id="256" r:id="R8321e9d96cd646bf"/>
    <p:sldId xmlns:r="http://schemas.openxmlformats.org/officeDocument/2006/relationships" id="257" r:id="Ra6e07f8d8fc14f1b"/>
    <p:sldId xmlns:r="http://schemas.openxmlformats.org/officeDocument/2006/relationships" id="258" r:id="R22a8adb54e774695"/>
    <p:sldId xmlns:r="http://schemas.openxmlformats.org/officeDocument/2006/relationships" id="259" r:id="R0afce54a84254bb3"/>
    <p:sldId xmlns:r="http://schemas.openxmlformats.org/officeDocument/2006/relationships" id="260" r:id="R066658530ce3438d"/>
    <p:sldId xmlns:r="http://schemas.openxmlformats.org/officeDocument/2006/relationships" id="261" r:id="Rfcbf293b347e4da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b8f9eb1db524fe3" /><Relationship Type="http://schemas.openxmlformats.org/officeDocument/2006/relationships/slideMaster" Target="/ppt/slideMasters/slideMaster1.xml" Id="Rbad5be95b68c485e" /><Relationship Type="http://schemas.openxmlformats.org/officeDocument/2006/relationships/notesMaster" Target="/ppt/notesMasters/notesMaster1.xml" Id="R6787e6a5efb445d3" /><Relationship Type="http://schemas.openxmlformats.org/officeDocument/2006/relationships/presProps" Target="/ppt/presProps.xml" Id="R2bae907b9b1e4bf2" /><Relationship Type="http://schemas.openxmlformats.org/officeDocument/2006/relationships/tableStyles" Target="/ppt/tableStyles.xml" Id="Rc4b4bdea682b4b36" /><Relationship Type="http://schemas.openxmlformats.org/officeDocument/2006/relationships/slide" Target="/ppt/slides/slide1.xml" Id="R8321e9d96cd646bf" /><Relationship Type="http://schemas.openxmlformats.org/officeDocument/2006/relationships/slide" Target="/ppt/slides/slide2.xml" Id="Ra6e07f8d8fc14f1b" /><Relationship Type="http://schemas.openxmlformats.org/officeDocument/2006/relationships/slide" Target="/ppt/slides/slide3.xml" Id="R22a8adb54e774695" /><Relationship Type="http://schemas.openxmlformats.org/officeDocument/2006/relationships/slide" Target="/ppt/slides/slide4.xml" Id="R0afce54a84254bb3" /><Relationship Type="http://schemas.openxmlformats.org/officeDocument/2006/relationships/slide" Target="/ppt/slides/slide5.xml" Id="R066658530ce3438d" /><Relationship Type="http://schemas.openxmlformats.org/officeDocument/2006/relationships/slide" Target="/ppt/slides/slide6.xml" Id="Rfcbf293b347e4da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c1b6e6fe7524f3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eb29659e54d407f" /><Relationship Type="http://schemas.openxmlformats.org/officeDocument/2006/relationships/notesMaster" Target="/ppt/notesMasters/notesMaster1.xml" Id="R06979834a1f44b0f" /></Relationships>
</file>

<file path=ppt/notesSlides/_rels/notesSlide2.xml.rels>&#65279;<?xml version="1.0" encoding="utf-8"?><Relationships xmlns="http://schemas.openxmlformats.org/package/2006/relationships"><Relationship Type="http://schemas.openxmlformats.org/officeDocument/2006/relationships/slide" Target="/ppt/slides/slide2.xml" Id="Rb5aca5a563a24288" /><Relationship Type="http://schemas.openxmlformats.org/officeDocument/2006/relationships/notesMaster" Target="/ppt/notesMasters/notesMaster1.xml" Id="Rc0990c73a54c45e8" /></Relationships>
</file>

<file path=ppt/notesSlides/_rels/notesSlide3.xml.rels>&#65279;<?xml version="1.0" encoding="utf-8"?><Relationships xmlns="http://schemas.openxmlformats.org/package/2006/relationships"><Relationship Type="http://schemas.openxmlformats.org/officeDocument/2006/relationships/slide" Target="/ppt/slides/slide3.xml" Id="R01454a03799844b3" /><Relationship Type="http://schemas.openxmlformats.org/officeDocument/2006/relationships/notesMaster" Target="/ppt/notesMasters/notesMaster1.xml" Id="R388ca258cfb84875" /></Relationships>
</file>

<file path=ppt/notesSlides/_rels/notesSlide4.xml.rels>&#65279;<?xml version="1.0" encoding="utf-8"?><Relationships xmlns="http://schemas.openxmlformats.org/package/2006/relationships"><Relationship Type="http://schemas.openxmlformats.org/officeDocument/2006/relationships/slide" Target="/ppt/slides/slide4.xml" Id="Re6b0f87e5bfa4d88" /><Relationship Type="http://schemas.openxmlformats.org/officeDocument/2006/relationships/notesMaster" Target="/ppt/notesMasters/notesMaster1.xml" Id="R3d0141637530488f" /></Relationships>
</file>

<file path=ppt/notesSlides/_rels/notesSlide5.xml.rels>&#65279;<?xml version="1.0" encoding="utf-8"?><Relationships xmlns="http://schemas.openxmlformats.org/package/2006/relationships"><Relationship Type="http://schemas.openxmlformats.org/officeDocument/2006/relationships/slide" Target="/ppt/slides/slide5.xml" Id="Rb5ba4c1de45e4f2b" /><Relationship Type="http://schemas.openxmlformats.org/officeDocument/2006/relationships/notesMaster" Target="/ppt/notesMasters/notesMaster1.xml" Id="R4a8acba75d8c40d4" /></Relationships>
</file>

<file path=ppt/notesSlides/_rels/notesSlide6.xml.rels>&#65279;<?xml version="1.0" encoding="utf-8"?><Relationships xmlns="http://schemas.openxmlformats.org/package/2006/relationships"><Relationship Type="http://schemas.openxmlformats.org/officeDocument/2006/relationships/slide" Target="/ppt/slides/slide6.xml" Id="R462d5cc087af41d6" /><Relationship Type="http://schemas.openxmlformats.org/officeDocument/2006/relationships/notesMaster" Target="/ppt/notesMasters/notesMaster1.xml" Id="R29dc3f1de7af4d8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 Shopping agents optimize one buyer at a time. POOL creates a different market: patient buyers organize into full-MSRP-reserved fixture demand, then simulated merchants compete for the entire order. In the fixed evidence fixture, 12 units clear at $389 instead of $479, making $1,080 available again in the fixture ledger. The fixture demonstrates the mechanism; no real money moved.</a:t>
            </a:r>
          </a:p>
          <a:p xmlns:a="http://schemas.openxmlformats.org/drawingml/2006/main">
            <a:r>
              <a:t/>
            </a:r>
          </a:p>
          <a:p xmlns:a="http://schemas.openxmlformats.org/drawingml/2006/main">
            <a:r>
              <a:t>[Sources]</a:t>
            </a:r>
          </a:p>
          <a:p xmlns:a="http://schemas.openxmlformats.org/drawingml/2006/main">
            <a:r>
              <a:t>- /Applications/Personal App/Pool/PITCH.md</a:t>
            </a:r>
          </a:p>
          <a:p xmlns:a="http://schemas.openxmlformats.org/drawingml/2006/main">
            <a:r>
              <a:t>- https://luma.com/encode-2gj9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compatible buyer intents reserve full MSRP: 3 × $479, 4 × $479, and 5 × $479. Reservation turns stated interest into demand the market can trust. A fourth ultrawide request remains outside because compatibility is a hard constraint. Be explicit: the current buyer ledger is browser-local sandbox state, not custody, escrow, or a bank account.</a:t>
            </a:r>
          </a:p>
          <a:p xmlns:a="http://schemas.openxmlformats.org/drawingml/2006/main">
            <a:r>
              <a:t/>
            </a:r>
          </a:p>
          <a:p xmlns:a="http://schemas.openxmlformats.org/drawingml/2006/main">
            <a:r>
              <a:t>[Sources]</a:t>
            </a:r>
          </a:p>
          <a:p xmlns:a="http://schemas.openxmlformats.org/drawingml/2006/main">
            <a:r>
              <a:t>- /Applications/Personal App/Pool/app/demo/demo-experience.tsx</a:t>
            </a:r>
          </a:p>
          <a:p xmlns:a="http://schemas.openxmlformats.org/drawingml/2006/main">
            <a:r>
              <a:t>- /Applications/Personal App/Pool/PRODUCT.md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 the protected fixed competition flow, POOL finalizes the funding commitment before registering the admitted sealed-offer hash set. After Rain settles, attestRainSettlement names one previously registered offer as accepted and binds the exact receipt-ID set. Buyer ceilings and merchant floors remain offchain. Monad orders POOL's recorded claims; it does not prove when an offchain bid first existed, what a seller saw, or that bank funds exist. Claim Testnet only with finalized explorer evidence. The dated Rain evidence in this branch is explicitly Monad local-only.</a:t>
            </a:r>
          </a:p>
          <a:p xmlns:a="http://schemas.openxmlformats.org/drawingml/2006/main">
            <a:r>
              <a:t/>
            </a:r>
          </a:p>
          <a:p xmlns:a="http://schemas.openxmlformats.org/drawingml/2006/main">
            <a:r>
              <a:t>[Sources]</a:t>
            </a:r>
          </a:p>
          <a:p xmlns:a="http://schemas.openxmlformats.org/drawingml/2006/main">
            <a:r>
              <a:t>- /Applications/Personal App/Pool/PITCH.md</a:t>
            </a:r>
          </a:p>
          <a:p xmlns:a="http://schemas.openxmlformats.org/drawingml/2006/main">
            <a:r>
              <a:t>- /Applications/Personal App/Pool/public/evidence/rain-sandbox-2026-08-09.json</a:t>
            </a:r>
          </a:p>
          <a:p xmlns:a="http://schemas.openxmlformats.org/drawingml/2006/main">
            <a:r>
              <a:t>- /Applications/Personal App/Pool/public/evidence/rain-sandbox-2026-08-09.png</a:t>
            </a:r>
          </a:p>
          <a:p xmlns:a="http://schemas.openxmlformats.org/drawingml/2006/main">
            <a:r>
              <a:t>- https://docs.monad.xyz/developer-essentials/testnet</a:t>
            </a:r>
          </a:p>
          <a:p xmlns:a="http://schemas.openxmlformats.org/drawingml/2006/main">
            <a:r>
              <a:t>- https://docs.monad.xyz/guides/deploy-smart-contract/hardhat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Only after the fixture coalition freezes do three simulated merchant agents receive an anonymized request. They never see private buyer ceilings or one another's floors. Deterministic policy checks price, delivery, warranty, quantity, freshness, and every private mandate. Signal clears at $389 per unit; the coalition remains pinned at 12 units.</a:t>
            </a:r>
          </a:p>
          <a:p xmlns:a="http://schemas.openxmlformats.org/drawingml/2006/main">
            <a:r>
              <a:t/>
            </a:r>
          </a:p>
          <a:p xmlns:a="http://schemas.openxmlformats.org/drawingml/2006/main">
            <a:r>
              <a:t>[Sources]</a:t>
            </a:r>
          </a:p>
          <a:p xmlns:a="http://schemas.openxmlformats.org/drawingml/2006/main">
            <a:r>
              <a:t>- /Applications/Personal App/Pool/app/demo/demo-experience.tsx</a:t>
            </a:r>
          </a:p>
          <a:p xmlns:a="http://schemas.openxmlformats.org/drawingml/2006/main">
            <a:r>
              <a:t>- /Applications/Personal App/Pool/lib/market/index.ts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Rain receives bounded payment authority only after the fixed market clears. POOL derives the requested scoped-card amount, electronics MCC 5732, and expiry from each allocation. Rain applies its documented 1.2× lifetime authorization ceiling to accommodate holds; POOL's deterministic preflight still admits only the exact agreed charge. The dated evidence records three exact settled amounts and the provider decline reason scoped_card_mcc_not_allowed for MCC 7995. Say 'Rain sandbox settled' only when provider IDs render; otherwise say rehearsal.</a:t>
            </a:r>
          </a:p>
          <a:p xmlns:a="http://schemas.openxmlformats.org/drawingml/2006/main">
            <a:r>
              <a:t/>
            </a:r>
          </a:p>
          <a:p xmlns:a="http://schemas.openxmlformats.org/drawingml/2006/main">
            <a:r>
              <a:t>[Sources]</a:t>
            </a:r>
          </a:p>
          <a:p xmlns:a="http://schemas.openxmlformats.org/drawingml/2006/main">
            <a:r>
              <a:t>- /Applications/Personal App/Pool/PITCH.md</a:t>
            </a:r>
          </a:p>
          <a:p xmlns:a="http://schemas.openxmlformats.org/drawingml/2006/main">
            <a:r>
              <a:t>- /Applications/Personal App/Pool/public/evidence/rain-sandbox-2026-08-09.json</a:t>
            </a:r>
          </a:p>
          <a:p xmlns:a="http://schemas.openxmlformats.org/drawingml/2006/main">
            <a:r>
              <a:t>- /Applications/Personal App/Pool/public/evidence/rain-sandbox-2026-08-09.png</a:t>
            </a:r>
          </a:p>
          <a:p xmlns:a="http://schemas.openxmlformats.org/drawingml/2006/main">
            <a:r>
              <a:t>- https://rain-sandbox-trial.mintlify.site/docs/quickstart</a:t>
            </a:r>
          </a:p>
          <a:p xmlns:a="http://schemas.openxmlformats.org/drawingml/2006/main">
            <a:r>
              <a:t>- https://rain-sandbox-trial.mintlify.site/docs/scoped-cards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the fixed fixture ledger reserves $5,748, the dated Rain sandbox evidence settles $4,668, and the fixture makes $1,080 available again—an 18.8% price improvement with zero human negotiation. Rain scopes authority; Monad can order POOL's recorded claims when Testnet evidence exists. The included dated Rain proof is explicitly Monad local-only, so do not present it as Testnet. The consumer product market is a modeled-quote rehearsal only: it creates no capture, order, payment, Rain mutation, or Monad mutation.</a:t>
            </a:r>
          </a:p>
          <a:p xmlns:a="http://schemas.openxmlformats.org/drawingml/2006/main">
            <a:r>
              <a:t/>
            </a:r>
          </a:p>
          <a:p xmlns:a="http://schemas.openxmlformats.org/drawingml/2006/main">
            <a:r>
              <a:t>[Sources]</a:t>
            </a:r>
          </a:p>
          <a:p xmlns:a="http://schemas.openxmlformats.org/drawingml/2006/main">
            <a:r>
              <a:t>- /Applications/Personal App/Pool/PITCH.md</a:t>
            </a:r>
          </a:p>
          <a:p xmlns:a="http://schemas.openxmlformats.org/drawingml/2006/main">
            <a:r>
              <a:t>- /Applications/Personal App/Pool/app/demo/demo-experience.tsx</a:t>
            </a:r>
          </a:p>
          <a:p xmlns:a="http://schemas.openxmlformats.org/drawingml/2006/main">
            <a:r>
              <a:t>- /Applications/Personal App/Pool/public/evidence/rain-sandbox-2026-08-09.json</a:t>
            </a:r>
          </a:p>
          <a:p xmlns:a="http://schemas.openxmlformats.org/drawingml/2006/main">
            <a:r>
              <a:t>- /Applications/Personal App/Pool/public/evidence/rain-sandbox-2026-08-09.png</a:t>
            </a:r>
          </a:p>
          <a:p xmlns:a="http://schemas.openxmlformats.org/drawingml/2006/main">
            <a:r>
              <a:t>- https://rain-sandbox-trial.mintlify.site/docs/scoped-cards</a:t>
            </a:r>
          </a:p>
          <a:p xmlns:a="http://schemas.openxmlformats.org/drawingml/2006/main">
            <a:r>
              <a:t>- https://docs.monad.xyz/developer-essentials/testnet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ee9ac7ec9584ba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c704f5c9b5c4167" /><Relationship Type="http://schemas.openxmlformats.org/officeDocument/2006/relationships/slideLayout" Target="/ppt/slideLayouts/slideLayout1.xml" Id="R3b81e74dd5b54d4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b81e74dd5b54d4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dd357ef173dc4fbe" /><Relationship Type="http://schemas.openxmlformats.org/officeDocument/2006/relationships/notesSlide" Target="/ppt/notesSlides/notesSlide1.xml" Id="Rb1045ca54bef4652"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ea9a6af0254343e3" /><Relationship Type="http://schemas.openxmlformats.org/officeDocument/2006/relationships/notesSlide" Target="/ppt/notesSlides/notesSlide2.xml" Id="Rdcb6423df11d43ee"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f2e6411ff4ad4363" /><Relationship Type="http://schemas.openxmlformats.org/officeDocument/2006/relationships/notesSlide" Target="/ppt/notesSlides/notesSlide3.xml" Id="Rf47683b9399a4388"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59c0b07b378f409c" /><Relationship Type="http://schemas.openxmlformats.org/officeDocument/2006/relationships/notesSlide" Target="/ppt/notesSlides/notesSlide4.xml" Id="R4e0f6040ecd8482d"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4cbe6afcd70e4ac9" /><Relationship Type="http://schemas.openxmlformats.org/officeDocument/2006/relationships/notesSlide" Target="/ppt/notesSlides/notesSlide5.xml" Id="R3052bd212bc7421e"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3da3bb260abb4cae" /><Relationship Type="http://schemas.openxmlformats.org/officeDocument/2006/relationships/notesSlide" Target="/ppt/notesSlides/notesSlide6.xml" Id="Rffed3a10eaf4414e" /></Relationships>
</file>

<file path=ppt/slides/slide1.xml><?xml version="1.0" encoding="utf-8"?>
<p:sld xmlns:p="http://schemas.openxmlformats.org/presentationml/2006/main">
  <p:cSld>
    <p:bg>
      <p:bgPr>
        <a:solidFill xmlns:a="http://schemas.openxmlformats.org/drawingml/2006/main">
          <a:srgbClr val="080A09"/>
        </a:solidFill>
      </p:bgPr>
    </p:bg>
    <p:spTree>
      <p:nvGrpSpPr>
        <p:cNvPr id="1" name=""/>
        <p:cNvGrpSpPr/>
        <p:nvPr/>
      </p:nvGrpSpPr>
      <p:grpSpPr>
        <a:xfrm xmlns:a="http://schemas.openxmlformats.org/drawingml/2006/main"/>
      </p:grpSpPr>
      <p:sp>
        <p:nvSpPr>
          <p:cNvPr id="56" name="grid-v-40">
            <a:extLst xmlns:a="http://schemas.openxmlformats.org/drawingml/2006/main">
              <a:ext uri="{FF2B5EF4-FFF2-40B4-BE49-F238E27FC236}">
                <a16:creationId xmlns:a16="http://schemas.microsoft.com/office/drawing/2014/main" id="{3A35E9AF-D86C-4DD2-AFBB-6E4C4FF468FC}"/>
              </a:ext>
            </a:extLst>
          </p:cNvPr>
          <p:cNvSpPr>
            <a:spLocks xmlns:a="http://schemas.openxmlformats.org/drawingml/2006/main" noGrp="1"/>
          </p:cNvSpPr>
          <p:nvPr/>
        </p:nvSpPr>
        <p:spPr>
          <a:xfrm xmlns:a="http://schemas.openxmlformats.org/drawingml/2006/main">
            <a:off x="3810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 name="grid-v-104">
            <a:extLst xmlns:a="http://schemas.openxmlformats.org/drawingml/2006/main">
              <a:ext uri="{FF2B5EF4-FFF2-40B4-BE49-F238E27FC236}">
                <a16:creationId xmlns:a16="http://schemas.microsoft.com/office/drawing/2014/main" id="{0A37C991-8D92-4AC2-85F9-E3C69C5D6C8A}"/>
              </a:ext>
            </a:extLst>
          </p:cNvPr>
          <p:cNvSpPr>
            <a:spLocks xmlns:a="http://schemas.openxmlformats.org/drawingml/2006/main" noGrp="1"/>
          </p:cNvSpPr>
          <p:nvPr/>
        </p:nvSpPr>
        <p:spPr>
          <a:xfrm xmlns:a="http://schemas.openxmlformats.org/drawingml/2006/main">
            <a:off x="9906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3" name="grid-v-168">
            <a:extLst xmlns:a="http://schemas.openxmlformats.org/drawingml/2006/main">
              <a:ext uri="{FF2B5EF4-FFF2-40B4-BE49-F238E27FC236}">
                <a16:creationId xmlns:a16="http://schemas.microsoft.com/office/drawing/2014/main" id="{C665067C-E0C8-4DD1-96A6-02BD16C8320D}"/>
              </a:ext>
            </a:extLst>
          </p:cNvPr>
          <p:cNvSpPr>
            <a:spLocks xmlns:a="http://schemas.openxmlformats.org/drawingml/2006/main" noGrp="1"/>
          </p:cNvSpPr>
          <p:nvPr/>
        </p:nvSpPr>
        <p:spPr>
          <a:xfrm xmlns:a="http://schemas.openxmlformats.org/drawingml/2006/main">
            <a:off x="16002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4" name="grid-v-232">
            <a:extLst xmlns:a="http://schemas.openxmlformats.org/drawingml/2006/main">
              <a:ext uri="{FF2B5EF4-FFF2-40B4-BE49-F238E27FC236}">
                <a16:creationId xmlns:a16="http://schemas.microsoft.com/office/drawing/2014/main" id="{98004085-8F81-4EA4-9788-84B9F29A9A3A}"/>
              </a:ext>
            </a:extLst>
          </p:cNvPr>
          <p:cNvSpPr>
            <a:spLocks xmlns:a="http://schemas.openxmlformats.org/drawingml/2006/main" noGrp="1"/>
          </p:cNvSpPr>
          <p:nvPr/>
        </p:nvSpPr>
        <p:spPr>
          <a:xfrm xmlns:a="http://schemas.openxmlformats.org/drawingml/2006/main">
            <a:off x="22098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5" name="grid-v-296">
            <a:extLst xmlns:a="http://schemas.openxmlformats.org/drawingml/2006/main">
              <a:ext uri="{FF2B5EF4-FFF2-40B4-BE49-F238E27FC236}">
                <a16:creationId xmlns:a16="http://schemas.microsoft.com/office/drawing/2014/main" id="{9B0C5319-5028-4513-8D92-20433DD80E3A}"/>
              </a:ext>
            </a:extLst>
          </p:cNvPr>
          <p:cNvSpPr>
            <a:spLocks xmlns:a="http://schemas.openxmlformats.org/drawingml/2006/main" noGrp="1"/>
          </p:cNvSpPr>
          <p:nvPr/>
        </p:nvSpPr>
        <p:spPr>
          <a:xfrm xmlns:a="http://schemas.openxmlformats.org/drawingml/2006/main">
            <a:off x="28194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6" name="grid-v-360">
            <a:extLst xmlns:a="http://schemas.openxmlformats.org/drawingml/2006/main">
              <a:ext uri="{FF2B5EF4-FFF2-40B4-BE49-F238E27FC236}">
                <a16:creationId xmlns:a16="http://schemas.microsoft.com/office/drawing/2014/main" id="{6719BFDB-AD46-40F5-820A-A20B40074A6F}"/>
              </a:ext>
            </a:extLst>
          </p:cNvPr>
          <p:cNvSpPr>
            <a:spLocks xmlns:a="http://schemas.openxmlformats.org/drawingml/2006/main" noGrp="1"/>
          </p:cNvSpPr>
          <p:nvPr/>
        </p:nvSpPr>
        <p:spPr>
          <a:xfrm xmlns:a="http://schemas.openxmlformats.org/drawingml/2006/main">
            <a:off x="34290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7" name="grid-v-424">
            <a:extLst xmlns:a="http://schemas.openxmlformats.org/drawingml/2006/main">
              <a:ext uri="{FF2B5EF4-FFF2-40B4-BE49-F238E27FC236}">
                <a16:creationId xmlns:a16="http://schemas.microsoft.com/office/drawing/2014/main" id="{BBB4F6E2-30CB-49CA-8052-10550D7150E0}"/>
              </a:ext>
            </a:extLst>
          </p:cNvPr>
          <p:cNvSpPr>
            <a:spLocks xmlns:a="http://schemas.openxmlformats.org/drawingml/2006/main" noGrp="1"/>
          </p:cNvSpPr>
          <p:nvPr/>
        </p:nvSpPr>
        <p:spPr>
          <a:xfrm xmlns:a="http://schemas.openxmlformats.org/drawingml/2006/main">
            <a:off x="40386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8" name="grid-v-488">
            <a:extLst xmlns:a="http://schemas.openxmlformats.org/drawingml/2006/main">
              <a:ext uri="{FF2B5EF4-FFF2-40B4-BE49-F238E27FC236}">
                <a16:creationId xmlns:a16="http://schemas.microsoft.com/office/drawing/2014/main" id="{C8A2FD65-C449-4E21-993F-C02FAC667692}"/>
              </a:ext>
            </a:extLst>
          </p:cNvPr>
          <p:cNvSpPr>
            <a:spLocks xmlns:a="http://schemas.openxmlformats.org/drawingml/2006/main" noGrp="1"/>
          </p:cNvSpPr>
          <p:nvPr/>
        </p:nvSpPr>
        <p:spPr>
          <a:xfrm xmlns:a="http://schemas.openxmlformats.org/drawingml/2006/main">
            <a:off x="46482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9" name="grid-v-552">
            <a:extLst xmlns:a="http://schemas.openxmlformats.org/drawingml/2006/main">
              <a:ext uri="{FF2B5EF4-FFF2-40B4-BE49-F238E27FC236}">
                <a16:creationId xmlns:a16="http://schemas.microsoft.com/office/drawing/2014/main" id="{C35889A7-C47C-428C-AAD3-B57DAC9AFC5D}"/>
              </a:ext>
            </a:extLst>
          </p:cNvPr>
          <p:cNvSpPr>
            <a:spLocks xmlns:a="http://schemas.openxmlformats.org/drawingml/2006/main" noGrp="1"/>
          </p:cNvSpPr>
          <p:nvPr/>
        </p:nvSpPr>
        <p:spPr>
          <a:xfrm xmlns:a="http://schemas.openxmlformats.org/drawingml/2006/main">
            <a:off x="52578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0" name="grid-v-616">
            <a:extLst xmlns:a="http://schemas.openxmlformats.org/drawingml/2006/main">
              <a:ext uri="{FF2B5EF4-FFF2-40B4-BE49-F238E27FC236}">
                <a16:creationId xmlns:a16="http://schemas.microsoft.com/office/drawing/2014/main" id="{48D2D54E-5849-4ED5-8B84-199E1F470E27}"/>
              </a:ext>
            </a:extLst>
          </p:cNvPr>
          <p:cNvSpPr>
            <a:spLocks xmlns:a="http://schemas.openxmlformats.org/drawingml/2006/main" noGrp="1"/>
          </p:cNvSpPr>
          <p:nvPr/>
        </p:nvSpPr>
        <p:spPr>
          <a:xfrm xmlns:a="http://schemas.openxmlformats.org/drawingml/2006/main">
            <a:off x="58674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1" name="grid-v-680">
            <a:extLst xmlns:a="http://schemas.openxmlformats.org/drawingml/2006/main">
              <a:ext uri="{FF2B5EF4-FFF2-40B4-BE49-F238E27FC236}">
                <a16:creationId xmlns:a16="http://schemas.microsoft.com/office/drawing/2014/main" id="{4A6F443A-C55A-4F5F-82D0-DC03CB512ADE}"/>
              </a:ext>
            </a:extLst>
          </p:cNvPr>
          <p:cNvSpPr>
            <a:spLocks xmlns:a="http://schemas.openxmlformats.org/drawingml/2006/main" noGrp="1"/>
          </p:cNvSpPr>
          <p:nvPr/>
        </p:nvSpPr>
        <p:spPr>
          <a:xfrm xmlns:a="http://schemas.openxmlformats.org/drawingml/2006/main">
            <a:off x="64770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2" name="grid-v-744">
            <a:extLst xmlns:a="http://schemas.openxmlformats.org/drawingml/2006/main">
              <a:ext uri="{FF2B5EF4-FFF2-40B4-BE49-F238E27FC236}">
                <a16:creationId xmlns:a16="http://schemas.microsoft.com/office/drawing/2014/main" id="{0ECE6020-D153-4419-8ACE-33CD323C665D}"/>
              </a:ext>
            </a:extLst>
          </p:cNvPr>
          <p:cNvSpPr>
            <a:spLocks xmlns:a="http://schemas.openxmlformats.org/drawingml/2006/main" noGrp="1"/>
          </p:cNvSpPr>
          <p:nvPr/>
        </p:nvSpPr>
        <p:spPr>
          <a:xfrm xmlns:a="http://schemas.openxmlformats.org/drawingml/2006/main">
            <a:off x="70866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3" name="grid-v-808">
            <a:extLst xmlns:a="http://schemas.openxmlformats.org/drawingml/2006/main">
              <a:ext uri="{FF2B5EF4-FFF2-40B4-BE49-F238E27FC236}">
                <a16:creationId xmlns:a16="http://schemas.microsoft.com/office/drawing/2014/main" id="{707C41B8-7567-4004-9FEA-2A6196C47760}"/>
              </a:ext>
            </a:extLst>
          </p:cNvPr>
          <p:cNvSpPr>
            <a:spLocks xmlns:a="http://schemas.openxmlformats.org/drawingml/2006/main" noGrp="1"/>
          </p:cNvSpPr>
          <p:nvPr/>
        </p:nvSpPr>
        <p:spPr>
          <a:xfrm xmlns:a="http://schemas.openxmlformats.org/drawingml/2006/main">
            <a:off x="76962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4" name="grid-v-872">
            <a:extLst xmlns:a="http://schemas.openxmlformats.org/drawingml/2006/main">
              <a:ext uri="{FF2B5EF4-FFF2-40B4-BE49-F238E27FC236}">
                <a16:creationId xmlns:a16="http://schemas.microsoft.com/office/drawing/2014/main" id="{1AF0293E-01BA-4743-890B-1F40399BF174}"/>
              </a:ext>
            </a:extLst>
          </p:cNvPr>
          <p:cNvSpPr>
            <a:spLocks xmlns:a="http://schemas.openxmlformats.org/drawingml/2006/main" noGrp="1"/>
          </p:cNvSpPr>
          <p:nvPr/>
        </p:nvSpPr>
        <p:spPr>
          <a:xfrm xmlns:a="http://schemas.openxmlformats.org/drawingml/2006/main">
            <a:off x="83058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5" name="grid-v-936">
            <a:extLst xmlns:a="http://schemas.openxmlformats.org/drawingml/2006/main">
              <a:ext uri="{FF2B5EF4-FFF2-40B4-BE49-F238E27FC236}">
                <a16:creationId xmlns:a16="http://schemas.microsoft.com/office/drawing/2014/main" id="{9411E703-07FC-48F3-9054-E054853CAA2B}"/>
              </a:ext>
            </a:extLst>
          </p:cNvPr>
          <p:cNvSpPr>
            <a:spLocks xmlns:a="http://schemas.openxmlformats.org/drawingml/2006/main" noGrp="1"/>
          </p:cNvSpPr>
          <p:nvPr/>
        </p:nvSpPr>
        <p:spPr>
          <a:xfrm xmlns:a="http://schemas.openxmlformats.org/drawingml/2006/main">
            <a:off x="89154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6" name="grid-v-1000">
            <a:extLst xmlns:a="http://schemas.openxmlformats.org/drawingml/2006/main">
              <a:ext uri="{FF2B5EF4-FFF2-40B4-BE49-F238E27FC236}">
                <a16:creationId xmlns:a16="http://schemas.microsoft.com/office/drawing/2014/main" id="{EEB1376E-E807-4550-867F-A12372553B77}"/>
              </a:ext>
            </a:extLst>
          </p:cNvPr>
          <p:cNvSpPr>
            <a:spLocks xmlns:a="http://schemas.openxmlformats.org/drawingml/2006/main" noGrp="1"/>
          </p:cNvSpPr>
          <p:nvPr/>
        </p:nvSpPr>
        <p:spPr>
          <a:xfrm xmlns:a="http://schemas.openxmlformats.org/drawingml/2006/main">
            <a:off x="95250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7" name="grid-v-1064">
            <a:extLst xmlns:a="http://schemas.openxmlformats.org/drawingml/2006/main">
              <a:ext uri="{FF2B5EF4-FFF2-40B4-BE49-F238E27FC236}">
                <a16:creationId xmlns:a16="http://schemas.microsoft.com/office/drawing/2014/main" id="{E3A0DD36-08D0-468C-9ACC-E4FC0D74E335}"/>
              </a:ext>
            </a:extLst>
          </p:cNvPr>
          <p:cNvSpPr>
            <a:spLocks xmlns:a="http://schemas.openxmlformats.org/drawingml/2006/main" noGrp="1"/>
          </p:cNvSpPr>
          <p:nvPr/>
        </p:nvSpPr>
        <p:spPr>
          <a:xfrm xmlns:a="http://schemas.openxmlformats.org/drawingml/2006/main">
            <a:off x="101346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8" name="grid-v-1128">
            <a:extLst xmlns:a="http://schemas.openxmlformats.org/drawingml/2006/main">
              <a:ext uri="{FF2B5EF4-FFF2-40B4-BE49-F238E27FC236}">
                <a16:creationId xmlns:a16="http://schemas.microsoft.com/office/drawing/2014/main" id="{3AEA4517-ACCF-466F-9B80-2D8C5F1E431F}"/>
              </a:ext>
            </a:extLst>
          </p:cNvPr>
          <p:cNvSpPr>
            <a:spLocks xmlns:a="http://schemas.openxmlformats.org/drawingml/2006/main" noGrp="1"/>
          </p:cNvSpPr>
          <p:nvPr/>
        </p:nvSpPr>
        <p:spPr>
          <a:xfrm xmlns:a="http://schemas.openxmlformats.org/drawingml/2006/main">
            <a:off x="107442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9" name="grid-v-1192">
            <a:extLst xmlns:a="http://schemas.openxmlformats.org/drawingml/2006/main">
              <a:ext uri="{FF2B5EF4-FFF2-40B4-BE49-F238E27FC236}">
                <a16:creationId xmlns:a16="http://schemas.microsoft.com/office/drawing/2014/main" id="{C294CAF7-3C40-474A-B08D-D19955E626FD}"/>
              </a:ext>
            </a:extLst>
          </p:cNvPr>
          <p:cNvSpPr>
            <a:spLocks xmlns:a="http://schemas.openxmlformats.org/drawingml/2006/main" noGrp="1"/>
          </p:cNvSpPr>
          <p:nvPr/>
        </p:nvSpPr>
        <p:spPr>
          <a:xfrm xmlns:a="http://schemas.openxmlformats.org/drawingml/2006/main">
            <a:off x="113538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0" name="grid-h-112">
            <a:extLst xmlns:a="http://schemas.openxmlformats.org/drawingml/2006/main">
              <a:ext uri="{FF2B5EF4-FFF2-40B4-BE49-F238E27FC236}">
                <a16:creationId xmlns:a16="http://schemas.microsoft.com/office/drawing/2014/main" id="{62CC13C4-300A-4DD2-9C5E-ED1E41ACE298}"/>
              </a:ext>
            </a:extLst>
          </p:cNvPr>
          <p:cNvSpPr>
            <a:spLocks xmlns:a="http://schemas.openxmlformats.org/drawingml/2006/main" noGrp="1"/>
          </p:cNvSpPr>
          <p:nvPr/>
        </p:nvSpPr>
        <p:spPr>
          <a:xfrm xmlns:a="http://schemas.openxmlformats.org/drawingml/2006/main">
            <a:off x="381000" y="10668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1" name="grid-h-176">
            <a:extLst xmlns:a="http://schemas.openxmlformats.org/drawingml/2006/main">
              <a:ext uri="{FF2B5EF4-FFF2-40B4-BE49-F238E27FC236}">
                <a16:creationId xmlns:a16="http://schemas.microsoft.com/office/drawing/2014/main" id="{B7DB4A94-B6B8-4D7F-A5D8-EC12D209DA0F}"/>
              </a:ext>
            </a:extLst>
          </p:cNvPr>
          <p:cNvSpPr>
            <a:spLocks xmlns:a="http://schemas.openxmlformats.org/drawingml/2006/main" noGrp="1"/>
          </p:cNvSpPr>
          <p:nvPr/>
        </p:nvSpPr>
        <p:spPr>
          <a:xfrm xmlns:a="http://schemas.openxmlformats.org/drawingml/2006/main">
            <a:off x="381000" y="16764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2" name="grid-h-240">
            <a:extLst xmlns:a="http://schemas.openxmlformats.org/drawingml/2006/main">
              <a:ext uri="{FF2B5EF4-FFF2-40B4-BE49-F238E27FC236}">
                <a16:creationId xmlns:a16="http://schemas.microsoft.com/office/drawing/2014/main" id="{0C5B0BE2-05C1-4989-B0F5-429681C284AA}"/>
              </a:ext>
            </a:extLst>
          </p:cNvPr>
          <p:cNvSpPr>
            <a:spLocks xmlns:a="http://schemas.openxmlformats.org/drawingml/2006/main" noGrp="1"/>
          </p:cNvSpPr>
          <p:nvPr/>
        </p:nvSpPr>
        <p:spPr>
          <a:xfrm xmlns:a="http://schemas.openxmlformats.org/drawingml/2006/main">
            <a:off x="381000" y="22860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3" name="grid-h-304">
            <a:extLst xmlns:a="http://schemas.openxmlformats.org/drawingml/2006/main">
              <a:ext uri="{FF2B5EF4-FFF2-40B4-BE49-F238E27FC236}">
                <a16:creationId xmlns:a16="http://schemas.microsoft.com/office/drawing/2014/main" id="{AB814AD7-E39D-44A0-AB6D-FA260DFFF303}"/>
              </a:ext>
            </a:extLst>
          </p:cNvPr>
          <p:cNvSpPr>
            <a:spLocks xmlns:a="http://schemas.openxmlformats.org/drawingml/2006/main" noGrp="1"/>
          </p:cNvSpPr>
          <p:nvPr/>
        </p:nvSpPr>
        <p:spPr>
          <a:xfrm xmlns:a="http://schemas.openxmlformats.org/drawingml/2006/main">
            <a:off x="381000" y="28956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4" name="grid-h-368">
            <a:extLst xmlns:a="http://schemas.openxmlformats.org/drawingml/2006/main">
              <a:ext uri="{FF2B5EF4-FFF2-40B4-BE49-F238E27FC236}">
                <a16:creationId xmlns:a16="http://schemas.microsoft.com/office/drawing/2014/main" id="{36B9EA00-2AEE-4820-950D-9E34CD7EEA33}"/>
              </a:ext>
            </a:extLst>
          </p:cNvPr>
          <p:cNvSpPr>
            <a:spLocks xmlns:a="http://schemas.openxmlformats.org/drawingml/2006/main" noGrp="1"/>
          </p:cNvSpPr>
          <p:nvPr/>
        </p:nvSpPr>
        <p:spPr>
          <a:xfrm xmlns:a="http://schemas.openxmlformats.org/drawingml/2006/main">
            <a:off x="381000" y="35052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5" name="grid-h-432">
            <a:extLst xmlns:a="http://schemas.openxmlformats.org/drawingml/2006/main">
              <a:ext uri="{FF2B5EF4-FFF2-40B4-BE49-F238E27FC236}">
                <a16:creationId xmlns:a16="http://schemas.microsoft.com/office/drawing/2014/main" id="{85813409-1C6A-40C4-BA01-349CE943F3A9}"/>
              </a:ext>
            </a:extLst>
          </p:cNvPr>
          <p:cNvSpPr>
            <a:spLocks xmlns:a="http://schemas.openxmlformats.org/drawingml/2006/main" noGrp="1"/>
          </p:cNvSpPr>
          <p:nvPr/>
        </p:nvSpPr>
        <p:spPr>
          <a:xfrm xmlns:a="http://schemas.openxmlformats.org/drawingml/2006/main">
            <a:off x="381000" y="41148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6" name="grid-h-496">
            <a:extLst xmlns:a="http://schemas.openxmlformats.org/drawingml/2006/main">
              <a:ext uri="{FF2B5EF4-FFF2-40B4-BE49-F238E27FC236}">
                <a16:creationId xmlns:a16="http://schemas.microsoft.com/office/drawing/2014/main" id="{0699476F-D897-4BB2-B7EA-8169B3A51591}"/>
              </a:ext>
            </a:extLst>
          </p:cNvPr>
          <p:cNvSpPr>
            <a:spLocks xmlns:a="http://schemas.openxmlformats.org/drawingml/2006/main" noGrp="1"/>
          </p:cNvSpPr>
          <p:nvPr/>
        </p:nvSpPr>
        <p:spPr>
          <a:xfrm xmlns:a="http://schemas.openxmlformats.org/drawingml/2006/main">
            <a:off x="381000" y="47244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7" name="grid-h-560">
            <a:extLst xmlns:a="http://schemas.openxmlformats.org/drawingml/2006/main">
              <a:ext uri="{FF2B5EF4-FFF2-40B4-BE49-F238E27FC236}">
                <a16:creationId xmlns:a16="http://schemas.microsoft.com/office/drawing/2014/main" id="{AE4F51AB-9502-45CC-9299-1BFC355DE1BC}"/>
              </a:ext>
            </a:extLst>
          </p:cNvPr>
          <p:cNvSpPr>
            <a:spLocks xmlns:a="http://schemas.openxmlformats.org/drawingml/2006/main" noGrp="1"/>
          </p:cNvSpPr>
          <p:nvPr/>
        </p:nvSpPr>
        <p:spPr>
          <a:xfrm xmlns:a="http://schemas.openxmlformats.org/drawingml/2006/main">
            <a:off x="381000" y="53340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8" name="grid-h-624">
            <a:extLst xmlns:a="http://schemas.openxmlformats.org/drawingml/2006/main">
              <a:ext uri="{FF2B5EF4-FFF2-40B4-BE49-F238E27FC236}">
                <a16:creationId xmlns:a16="http://schemas.microsoft.com/office/drawing/2014/main" id="{EDFCCCD1-7A8C-49EF-AE33-283B56F3C80D}"/>
              </a:ext>
            </a:extLst>
          </p:cNvPr>
          <p:cNvSpPr>
            <a:spLocks xmlns:a="http://schemas.openxmlformats.org/drawingml/2006/main" noGrp="1"/>
          </p:cNvSpPr>
          <p:nvPr/>
        </p:nvSpPr>
        <p:spPr>
          <a:xfrm xmlns:a="http://schemas.openxmlformats.org/drawingml/2006/main">
            <a:off x="381000" y="59436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9" name="top-rule">
            <a:extLst xmlns:a="http://schemas.openxmlformats.org/drawingml/2006/main">
              <a:ext uri="{FF2B5EF4-FFF2-40B4-BE49-F238E27FC236}">
                <a16:creationId xmlns:a16="http://schemas.microsoft.com/office/drawing/2014/main" id="{42F255AD-0228-4723-BAC1-B19275C5866C}"/>
              </a:ext>
            </a:extLst>
          </p:cNvPr>
          <p:cNvSpPr>
            <a:spLocks xmlns:a="http://schemas.openxmlformats.org/drawingml/2006/main" noGrp="1"/>
          </p:cNvSpPr>
          <p:nvPr/>
        </p:nvSpPr>
        <p:spPr>
          <a:xfrm xmlns:a="http://schemas.openxmlformats.org/drawingml/2006/main">
            <a:off x="381000" y="876300"/>
            <a:ext cx="11430000" cy="0"/>
          </a:xfrm>
          <a:prstGeom xmlns:a="http://schemas.openxmlformats.org/drawingml/2006/main" prst="line">
            <a:avLst/>
          </a:prstGeom>
          <a:noFill xmlns:a="http://schemas.openxmlformats.org/drawingml/2006/main"/>
          <a:ln xmlns:a="http://schemas.openxmlformats.org/drawingml/2006/main" w="11430">
            <a:solidFill>
              <a:srgbClr val="252A26"/>
            </a:solidFill>
            <a:prstDash val="solid"/>
          </a:ln>
        </p:spPr>
      </p:sp>
      <p:sp>
        <p:nvSpPr>
          <p:cNvPr id="30" name="wordmark">
            <a:extLst xmlns:a="http://schemas.openxmlformats.org/drawingml/2006/main">
              <a:ext uri="{FF2B5EF4-FFF2-40B4-BE49-F238E27FC236}">
                <a16:creationId xmlns:a16="http://schemas.microsoft.com/office/drawing/2014/main" id="{C3808DBC-9A68-4FC5-83B9-B1DD7E95A307}"/>
              </a:ext>
            </a:extLst>
          </p:cNvPr>
          <p:cNvSpPr>
            <a:spLocks xmlns:a="http://schemas.openxmlformats.org/drawingml/2006/main" noGrp="1"/>
          </p:cNvSpPr>
          <p:nvPr/>
        </p:nvSpPr>
        <p:spPr>
          <a:xfrm xmlns:a="http://schemas.openxmlformats.org/drawingml/2006/main">
            <a:off x="381000" y="228600"/>
            <a:ext cx="1714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2550" b="1">
                <a:solidFill>
                  <a:srgbClr val="F1EFE5"/>
                </a:solidFill>
                <a:latin typeface="Arial Black"/>
                <a:ea typeface="Arial Black"/>
                <a:cs typeface="Arial Black"/>
              </a:defRPr>
            </a:pPr>
            <a:r>
              <a:rPr sz="2550" b="1">
                <a:solidFill>
                  <a:srgbClr val="F1EFE5"/>
                </a:solidFill>
                <a:latin typeface="Arial Black"/>
                <a:ea typeface="Arial Black"/>
                <a:cs typeface="Arial Black"/>
              </a:rPr>
              <a:t>POOL</a:t>
            </a:r>
          </a:p>
        </p:txBody>
      </p:sp>
      <p:sp>
        <p:nvSpPr>
          <p:cNvPr id="31" name="environment-label">
            <a:extLst xmlns:a="http://schemas.openxmlformats.org/drawingml/2006/main">
              <a:ext uri="{FF2B5EF4-FFF2-40B4-BE49-F238E27FC236}">
                <a16:creationId xmlns:a16="http://schemas.microsoft.com/office/drawing/2014/main" id="{E3149E4C-0E6E-42AA-9FFD-800321405386}"/>
              </a:ext>
            </a:extLst>
          </p:cNvPr>
          <p:cNvSpPr>
            <a:spLocks xmlns:a="http://schemas.openxmlformats.org/drawingml/2006/main" noGrp="1"/>
          </p:cNvSpPr>
          <p:nvPr/>
        </p:nvSpPr>
        <p:spPr>
          <a:xfrm xmlns:a="http://schemas.openxmlformats.org/drawingml/2006/main">
            <a:off x="4705350" y="352425"/>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0000"/>
              </a:lnSpc>
              <a:buNone/>
              <a:defRPr sz="1050" b="0">
                <a:solidFill>
                  <a:srgbClr val="858B84"/>
                </a:solidFill>
                <a:latin typeface="Courier New"/>
                <a:ea typeface="Courier New"/>
                <a:cs typeface="Courier New"/>
              </a:defRPr>
            </a:pPr>
            <a:r>
              <a:rPr sz="1050" b="0">
                <a:solidFill>
                  <a:srgbClr val="858B84"/>
                </a:solidFill>
                <a:latin typeface="Courier New"/>
                <a:ea typeface="Courier New"/>
                <a:cs typeface="Courier New"/>
              </a:rPr>
              <a:t>AUTONOMOUS COLLECTIVE PURCHASING</a:t>
            </a:r>
          </a:p>
        </p:txBody>
      </p:sp>
      <p:sp>
        <p:nvSpPr>
          <p:cNvPr id="32" name="slide-index">
            <a:extLst xmlns:a="http://schemas.openxmlformats.org/drawingml/2006/main">
              <a:ext uri="{FF2B5EF4-FFF2-40B4-BE49-F238E27FC236}">
                <a16:creationId xmlns:a16="http://schemas.microsoft.com/office/drawing/2014/main" id="{F01BE79C-9EBD-4CCB-80AD-6AD43C99604E}"/>
              </a:ext>
            </a:extLst>
          </p:cNvPr>
          <p:cNvSpPr>
            <a:spLocks xmlns:a="http://schemas.openxmlformats.org/drawingml/2006/main" noGrp="1"/>
          </p:cNvSpPr>
          <p:nvPr/>
        </p:nvSpPr>
        <p:spPr>
          <a:xfrm xmlns:a="http://schemas.openxmlformats.org/drawingml/2006/main">
            <a:off x="10572750" y="352425"/>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1050" b="0">
                <a:solidFill>
                  <a:srgbClr val="858B84"/>
                </a:solidFill>
                <a:latin typeface="Courier New"/>
                <a:ea typeface="Courier New"/>
                <a:cs typeface="Courier New"/>
              </a:defRPr>
            </a:pPr>
            <a:r>
              <a:rPr sz="1050" b="0">
                <a:solidFill>
                  <a:srgbClr val="858B84"/>
                </a:solidFill>
                <a:latin typeface="Courier New"/>
                <a:ea typeface="Courier New"/>
                <a:cs typeface="Courier New"/>
              </a:rPr>
              <a:t>01 / 06</a:t>
            </a:r>
          </a:p>
        </p:txBody>
      </p:sp>
      <p:sp>
        <p:nvSpPr>
          <p:cNvPr id="33" name="event-footer">
            <a:extLst xmlns:a="http://schemas.openxmlformats.org/drawingml/2006/main">
              <a:ext uri="{FF2B5EF4-FFF2-40B4-BE49-F238E27FC236}">
                <a16:creationId xmlns:a16="http://schemas.microsoft.com/office/drawing/2014/main" id="{20DFDBD2-68E2-4348-8C82-CAD498FDA080}"/>
              </a:ext>
            </a:extLst>
          </p:cNvPr>
          <p:cNvSpPr>
            <a:spLocks xmlns:a="http://schemas.openxmlformats.org/drawingml/2006/main" noGrp="1"/>
          </p:cNvSpPr>
          <p:nvPr/>
        </p:nvSpPr>
        <p:spPr>
          <a:xfrm xmlns:a="http://schemas.openxmlformats.org/drawingml/2006/main">
            <a:off x="381000" y="6467475"/>
            <a:ext cx="4572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0">
                <a:solidFill>
                  <a:srgbClr val="858B84"/>
                </a:solidFill>
                <a:latin typeface="Courier New"/>
                <a:ea typeface="Courier New"/>
                <a:cs typeface="Courier New"/>
              </a:defRPr>
            </a:pPr>
            <a:r>
              <a:rPr sz="900" b="0">
                <a:solidFill>
                  <a:srgbClr val="858B84"/>
                </a:solidFill>
                <a:latin typeface="Courier New"/>
                <a:ea typeface="Courier New"/>
                <a:cs typeface="Courier New"/>
              </a:rPr>
              <a:t>RAINGENTIC COMMERCE · RAIN + MONAD</a:t>
            </a:r>
          </a:p>
        </p:txBody>
      </p:sp>
      <p:sp>
        <p:nvSpPr>
          <p:cNvPr id="34" name="honesty-footer">
            <a:extLst xmlns:a="http://schemas.openxmlformats.org/drawingml/2006/main">
              <a:ext uri="{FF2B5EF4-FFF2-40B4-BE49-F238E27FC236}">
                <a16:creationId xmlns:a16="http://schemas.microsoft.com/office/drawing/2014/main" id="{88E183ED-59A5-4B30-BC39-7D22081829F6}"/>
              </a:ext>
            </a:extLst>
          </p:cNvPr>
          <p:cNvSpPr>
            <a:spLocks xmlns:a="http://schemas.openxmlformats.org/drawingml/2006/main" noGrp="1"/>
          </p:cNvSpPr>
          <p:nvPr/>
        </p:nvSpPr>
        <p:spPr>
          <a:xfrm xmlns:a="http://schemas.openxmlformats.org/drawingml/2006/main">
            <a:off x="6934200" y="6467475"/>
            <a:ext cx="4876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0">
                <a:solidFill>
                  <a:srgbClr val="858B84"/>
                </a:solidFill>
                <a:latin typeface="Courier New"/>
                <a:ea typeface="Courier New"/>
                <a:cs typeface="Courier New"/>
              </a:defRPr>
            </a:pPr>
            <a:r>
              <a:rPr sz="900" b="0">
                <a:solidFill>
                  <a:srgbClr val="858B84"/>
                </a:solidFill>
                <a:latin typeface="Courier New"/>
                <a:ea typeface="Courier New"/>
                <a:cs typeface="Courier New"/>
              </a:rPr>
              <a:t>SANDBOX / TESTNET CLAIMS REQUIRE RENDERED EVIDENCE</a:t>
            </a:r>
          </a:p>
        </p:txBody>
      </p:sp>
      <p:sp>
        <p:nvSpPr>
          <p:cNvPr id="35" name="hero-headline">
            <a:extLst xmlns:a="http://schemas.openxmlformats.org/drawingml/2006/main">
              <a:ext uri="{FF2B5EF4-FFF2-40B4-BE49-F238E27FC236}">
                <a16:creationId xmlns:a16="http://schemas.microsoft.com/office/drawing/2014/main" id="{6570F620-25A8-4533-8705-34D52C5B4177}"/>
              </a:ext>
            </a:extLst>
          </p:cNvPr>
          <p:cNvSpPr>
            <a:spLocks xmlns:a="http://schemas.openxmlformats.org/drawingml/2006/main" noGrp="1"/>
          </p:cNvSpPr>
          <p:nvPr/>
        </p:nvSpPr>
        <p:spPr>
          <a:xfrm xmlns:a="http://schemas.openxmlformats.org/drawingml/2006/main">
            <a:off x="381000" y="1200150"/>
            <a:ext cx="8763000" cy="2000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88000"/>
              </a:lnSpc>
              <a:buNone/>
              <a:defRPr sz="5400" b="1">
                <a:solidFill>
                  <a:srgbClr val="F1EFE5"/>
                </a:solidFill>
                <a:latin typeface="Arial Black"/>
                <a:ea typeface="Arial Black"/>
                <a:cs typeface="Arial Black"/>
              </a:defRPr>
            </a:pPr>
            <a:r>
              <a:rPr sz="5400" b="1">
                <a:solidFill>
                  <a:srgbClr val="F1EFE5"/>
                </a:solidFill>
                <a:latin typeface="Arial Black"/>
                <a:ea typeface="Arial Black"/>
                <a:cs typeface="Arial Black"/>
              </a:rPr>
              <a:t>DEMAND</a:t>
            </a:r>
          </a:p>
          <a:p xmlns:a="http://schemas.openxmlformats.org/drawingml/2006/main">
            <a:pPr algn="l">
              <a:lnSpc>
                <a:spcPct val="88000"/>
              </a:lnSpc>
              <a:buNone/>
              <a:defRPr sz="5400" b="1">
                <a:solidFill>
                  <a:srgbClr val="F1EFE5"/>
                </a:solidFill>
                <a:latin typeface="Arial Black"/>
                <a:ea typeface="Arial Black"/>
                <a:cs typeface="Arial Black"/>
              </a:defRPr>
            </a:pPr>
            <a:r>
              <a:rPr sz="5400" b="1">
                <a:solidFill>
                  <a:srgbClr val="F1EFE5"/>
                </a:solidFill>
                <a:latin typeface="Arial Black"/>
                <a:ea typeface="Arial Black"/>
                <a:cs typeface="Arial Black"/>
              </a:rPr>
              <a:t>ORGANIZES ITSELF.</a:t>
            </a:r>
          </a:p>
        </p:txBody>
      </p:sp>
      <p:sp>
        <p:nvSpPr>
          <p:cNvPr id="36" name="hero-subhead">
            <a:extLst xmlns:a="http://schemas.openxmlformats.org/drawingml/2006/main">
              <a:ext uri="{FF2B5EF4-FFF2-40B4-BE49-F238E27FC236}">
                <a16:creationId xmlns:a16="http://schemas.microsoft.com/office/drawing/2014/main" id="{6A1442D9-E768-4A95-8AC0-9ED2E2978019}"/>
              </a:ext>
            </a:extLst>
          </p:cNvPr>
          <p:cNvSpPr>
            <a:spLocks xmlns:a="http://schemas.openxmlformats.org/drawingml/2006/main" noGrp="1"/>
          </p:cNvSpPr>
          <p:nvPr/>
        </p:nvSpPr>
        <p:spPr>
          <a:xfrm xmlns:a="http://schemas.openxmlformats.org/drawingml/2006/main">
            <a:off x="419100" y="3286125"/>
            <a:ext cx="5905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875" b="0">
                <a:solidFill>
                  <a:srgbClr val="C7F52F"/>
                </a:solidFill>
                <a:latin typeface="Courier New"/>
                <a:ea typeface="Courier New"/>
                <a:cs typeface="Courier New"/>
              </a:defRPr>
            </a:pPr>
            <a:r>
              <a:rPr sz="1875" b="0">
                <a:solidFill>
                  <a:srgbClr val="C7F52F"/>
                </a:solidFill>
                <a:latin typeface="Courier New"/>
                <a:ea typeface="Courier New"/>
                <a:cs typeface="Courier New"/>
              </a:rPr>
              <a:t>Stop making every agent shop alone.</a:t>
            </a:r>
          </a:p>
        </p:txBody>
      </p:sp>
      <p:sp>
        <p:nvSpPr>
          <p:cNvPr id="37" name="hero-flow-1-shaft">
            <a:extLst xmlns:a="http://schemas.openxmlformats.org/drawingml/2006/main">
              <a:ext uri="{FF2B5EF4-FFF2-40B4-BE49-F238E27FC236}">
                <a16:creationId xmlns:a16="http://schemas.microsoft.com/office/drawing/2014/main" id="{1EB4A879-8283-4433-8AA5-503226757EBF}"/>
              </a:ext>
            </a:extLst>
          </p:cNvPr>
          <p:cNvSpPr>
            <a:spLocks xmlns:a="http://schemas.openxmlformats.org/drawingml/2006/main" noGrp="1"/>
          </p:cNvSpPr>
          <p:nvPr/>
        </p:nvSpPr>
        <p:spPr>
          <a:xfrm xmlns:a="http://schemas.openxmlformats.org/drawingml/2006/main">
            <a:off x="1762125" y="4486275"/>
            <a:ext cx="1828800" cy="28575"/>
          </a:xfrm>
          <a:prstGeom xmlns:a="http://schemas.openxmlformats.org/drawingml/2006/main" prst="rect">
            <a:avLst/>
          </a:prstGeom>
          <a:solidFill xmlns:a="http://schemas.openxmlformats.org/drawingml/2006/main">
            <a:srgbClr val="C7F52F"/>
          </a:solidFill>
          <a:ln xmlns:a="http://schemas.openxmlformats.org/drawingml/2006/main" w="0">
            <a:noFill/>
            <a:prstDash val="solid"/>
          </a:ln>
        </p:spPr>
      </p:sp>
      <p:sp>
        <p:nvSpPr>
          <p:cNvPr id="38" name="hero-flow-1-head">
            <a:extLst xmlns:a="http://schemas.openxmlformats.org/drawingml/2006/main">
              <a:ext uri="{FF2B5EF4-FFF2-40B4-BE49-F238E27FC236}">
                <a16:creationId xmlns:a16="http://schemas.microsoft.com/office/drawing/2014/main" id="{D74412D2-BD06-4596-8CC1-E8CA435E06D6}"/>
              </a:ext>
            </a:extLst>
          </p:cNvPr>
          <p:cNvSpPr>
            <a:spLocks xmlns:a="http://schemas.openxmlformats.org/drawingml/2006/main" noGrp="1"/>
          </p:cNvSpPr>
          <p:nvPr/>
        </p:nvSpPr>
        <p:spPr>
          <a:xfrm xmlns:a="http://schemas.openxmlformats.org/drawingml/2006/main">
            <a:off x="3552825" y="4410075"/>
            <a:ext cx="209550" cy="180975"/>
          </a:xfrm>
          <a:prstGeom xmlns:a="http://schemas.openxmlformats.org/drawingml/2006/main" prst="rightArrow">
            <a:avLst/>
          </a:prstGeom>
          <a:solidFill xmlns:a="http://schemas.openxmlformats.org/drawingml/2006/main">
            <a:srgbClr val="C7F52F"/>
          </a:solidFill>
          <a:ln xmlns:a="http://schemas.openxmlformats.org/drawingml/2006/main" w="0">
            <a:noFill/>
            <a:prstDash val="solid"/>
          </a:ln>
        </p:spPr>
      </p:sp>
      <p:sp>
        <p:nvSpPr>
          <p:cNvPr id="39" name="hero-flow-2-shaft">
            <a:extLst xmlns:a="http://schemas.openxmlformats.org/drawingml/2006/main">
              <a:ext uri="{FF2B5EF4-FFF2-40B4-BE49-F238E27FC236}">
                <a16:creationId xmlns:a16="http://schemas.microsoft.com/office/drawing/2014/main" id="{B5DAC3DA-8189-49B8-B37F-10FE59E52EA6}"/>
              </a:ext>
            </a:extLst>
          </p:cNvPr>
          <p:cNvSpPr>
            <a:spLocks xmlns:a="http://schemas.openxmlformats.org/drawingml/2006/main" noGrp="1"/>
          </p:cNvSpPr>
          <p:nvPr/>
        </p:nvSpPr>
        <p:spPr>
          <a:xfrm xmlns:a="http://schemas.openxmlformats.org/drawingml/2006/main">
            <a:off x="5924550" y="4486275"/>
            <a:ext cx="1828800" cy="28575"/>
          </a:xfrm>
          <a:prstGeom xmlns:a="http://schemas.openxmlformats.org/drawingml/2006/main" prst="rect">
            <a:avLst/>
          </a:prstGeom>
          <a:solidFill xmlns:a="http://schemas.openxmlformats.org/drawingml/2006/main">
            <a:srgbClr val="C7F52F"/>
          </a:solidFill>
          <a:ln xmlns:a="http://schemas.openxmlformats.org/drawingml/2006/main" w="0">
            <a:noFill/>
            <a:prstDash val="solid"/>
          </a:ln>
        </p:spPr>
      </p:sp>
      <p:sp>
        <p:nvSpPr>
          <p:cNvPr id="40" name="hero-flow-2-head">
            <a:extLst xmlns:a="http://schemas.openxmlformats.org/drawingml/2006/main">
              <a:ext uri="{FF2B5EF4-FFF2-40B4-BE49-F238E27FC236}">
                <a16:creationId xmlns:a16="http://schemas.microsoft.com/office/drawing/2014/main" id="{D79C27B0-F2B8-4646-A9B8-C632178444B7}"/>
              </a:ext>
            </a:extLst>
          </p:cNvPr>
          <p:cNvSpPr>
            <a:spLocks xmlns:a="http://schemas.openxmlformats.org/drawingml/2006/main" noGrp="1"/>
          </p:cNvSpPr>
          <p:nvPr/>
        </p:nvSpPr>
        <p:spPr>
          <a:xfrm xmlns:a="http://schemas.openxmlformats.org/drawingml/2006/main">
            <a:off x="7715250" y="4410075"/>
            <a:ext cx="209550" cy="180975"/>
          </a:xfrm>
          <a:prstGeom xmlns:a="http://schemas.openxmlformats.org/drawingml/2006/main" prst="rightArrow">
            <a:avLst/>
          </a:prstGeom>
          <a:solidFill xmlns:a="http://schemas.openxmlformats.org/drawingml/2006/main">
            <a:srgbClr val="C7F52F"/>
          </a:solidFill>
          <a:ln xmlns:a="http://schemas.openxmlformats.org/drawingml/2006/main" w="0">
            <a:noFill/>
            <a:prstDash val="solid"/>
          </a:ln>
        </p:spPr>
      </p:sp>
      <p:sp>
        <p:nvSpPr>
          <p:cNvPr id="41" name="hero-units">
            <a:extLst xmlns:a="http://schemas.openxmlformats.org/drawingml/2006/main">
              <a:ext uri="{FF2B5EF4-FFF2-40B4-BE49-F238E27FC236}">
                <a16:creationId xmlns:a16="http://schemas.microsoft.com/office/drawing/2014/main" id="{17A455C5-4804-458C-93F0-04C7E289BE58}"/>
              </a:ext>
            </a:extLst>
          </p:cNvPr>
          <p:cNvSpPr>
            <a:spLocks xmlns:a="http://schemas.openxmlformats.org/drawingml/2006/main" noGrp="1"/>
          </p:cNvSpPr>
          <p:nvPr/>
        </p:nvSpPr>
        <p:spPr>
          <a:xfrm xmlns:a="http://schemas.openxmlformats.org/drawingml/2006/main">
            <a:off x="400050" y="3886200"/>
            <a:ext cx="13335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6150" b="1">
                <a:solidFill>
                  <a:srgbClr val="F1EFE5"/>
                </a:solidFill>
                <a:latin typeface="Arial Black"/>
                <a:ea typeface="Arial Black"/>
                <a:cs typeface="Arial Black"/>
              </a:defRPr>
            </a:pPr>
            <a:r>
              <a:rPr sz="6150" b="1">
                <a:solidFill>
                  <a:srgbClr val="F1EFE5"/>
                </a:solidFill>
                <a:latin typeface="Arial Black"/>
                <a:ea typeface="Arial Black"/>
                <a:cs typeface="Arial Black"/>
              </a:rPr>
              <a:t>12</a:t>
            </a:r>
          </a:p>
        </p:txBody>
      </p:sp>
      <p:sp>
        <p:nvSpPr>
          <p:cNvPr id="42" name="hero-units-label">
            <a:extLst xmlns:a="http://schemas.openxmlformats.org/drawingml/2006/main">
              <a:ext uri="{FF2B5EF4-FFF2-40B4-BE49-F238E27FC236}">
                <a16:creationId xmlns:a16="http://schemas.microsoft.com/office/drawing/2014/main" id="{EAA3FBDB-742E-4BA9-B99A-94F2FF645101}"/>
              </a:ext>
            </a:extLst>
          </p:cNvPr>
          <p:cNvSpPr>
            <a:spLocks xmlns:a="http://schemas.openxmlformats.org/drawingml/2006/main" noGrp="1"/>
          </p:cNvSpPr>
          <p:nvPr/>
        </p:nvSpPr>
        <p:spPr>
          <a:xfrm xmlns:a="http://schemas.openxmlformats.org/drawingml/2006/main">
            <a:off x="428625" y="4876800"/>
            <a:ext cx="1809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2000"/>
              </a:lnSpc>
              <a:buNone/>
              <a:defRPr sz="1125" b="0">
                <a:solidFill>
                  <a:srgbClr val="858B84"/>
                </a:solidFill>
                <a:latin typeface="Courier New"/>
                <a:ea typeface="Courier New"/>
                <a:cs typeface="Courier New"/>
              </a:defRPr>
            </a:pPr>
            <a:r>
              <a:rPr sz="1125" b="0">
                <a:solidFill>
                  <a:srgbClr val="858B84"/>
                </a:solidFill>
                <a:latin typeface="Courier New"/>
                <a:ea typeface="Courier New"/>
                <a:cs typeface="Courier New"/>
              </a:rPr>
              <a:t>MSRP-RESERVED</a:t>
            </a:r>
          </a:p>
          <a:p xmlns:a="http://schemas.openxmlformats.org/drawingml/2006/main">
            <a:pPr algn="l">
              <a:lnSpc>
                <a:spcPct val="92000"/>
              </a:lnSpc>
              <a:buNone/>
              <a:defRPr sz="1125" b="0">
                <a:solidFill>
                  <a:srgbClr val="858B84"/>
                </a:solidFill>
                <a:latin typeface="Courier New"/>
                <a:ea typeface="Courier New"/>
                <a:cs typeface="Courier New"/>
              </a:defRPr>
            </a:pPr>
            <a:r>
              <a:rPr sz="1125" b="0">
                <a:solidFill>
                  <a:srgbClr val="858B84"/>
                </a:solidFill>
                <a:latin typeface="Courier New"/>
                <a:ea typeface="Courier New"/>
                <a:cs typeface="Courier New"/>
              </a:rPr>
              <a:t>FIXTURE UNITS</a:t>
            </a:r>
          </a:p>
        </p:txBody>
      </p:sp>
      <p:sp>
        <p:nvSpPr>
          <p:cNvPr id="43" name="hero-price">
            <a:extLst xmlns:a="http://schemas.openxmlformats.org/drawingml/2006/main">
              <a:ext uri="{FF2B5EF4-FFF2-40B4-BE49-F238E27FC236}">
                <a16:creationId xmlns:a16="http://schemas.microsoft.com/office/drawing/2014/main" id="{B8DEFBA2-0035-4219-B941-06967C2A307C}"/>
              </a:ext>
            </a:extLst>
          </p:cNvPr>
          <p:cNvSpPr>
            <a:spLocks xmlns:a="http://schemas.openxmlformats.org/drawingml/2006/main" noGrp="1"/>
          </p:cNvSpPr>
          <p:nvPr/>
        </p:nvSpPr>
        <p:spPr>
          <a:xfrm xmlns:a="http://schemas.openxmlformats.org/drawingml/2006/main">
            <a:off x="4000500" y="3886200"/>
            <a:ext cx="19240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5400" b="1">
                <a:solidFill>
                  <a:srgbClr val="C7F52F"/>
                </a:solidFill>
                <a:latin typeface="Arial Black"/>
                <a:ea typeface="Arial Black"/>
                <a:cs typeface="Arial Black"/>
              </a:defRPr>
            </a:pPr>
            <a:r>
              <a:rPr sz="5400" b="1">
                <a:solidFill>
                  <a:srgbClr val="C7F52F"/>
                </a:solidFill>
                <a:latin typeface="Arial Black"/>
                <a:ea typeface="Arial Black"/>
                <a:cs typeface="Arial Black"/>
              </a:rPr>
              <a:t>$389</a:t>
            </a:r>
          </a:p>
        </p:txBody>
      </p:sp>
      <p:sp>
        <p:nvSpPr>
          <p:cNvPr id="44" name="hero-price-label">
            <a:extLst xmlns:a="http://schemas.openxmlformats.org/drawingml/2006/main">
              <a:ext uri="{FF2B5EF4-FFF2-40B4-BE49-F238E27FC236}">
                <a16:creationId xmlns:a16="http://schemas.microsoft.com/office/drawing/2014/main" id="{268684A7-D105-41DD-9203-2E7A4B720C19}"/>
              </a:ext>
            </a:extLst>
          </p:cNvPr>
          <p:cNvSpPr>
            <a:spLocks xmlns:a="http://schemas.openxmlformats.org/drawingml/2006/main" noGrp="1"/>
          </p:cNvSpPr>
          <p:nvPr/>
        </p:nvSpPr>
        <p:spPr>
          <a:xfrm xmlns:a="http://schemas.openxmlformats.org/drawingml/2006/main">
            <a:off x="4038600" y="4876800"/>
            <a:ext cx="1905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275" b="0">
                <a:solidFill>
                  <a:srgbClr val="858B84"/>
                </a:solidFill>
                <a:latin typeface="Courier New"/>
                <a:ea typeface="Courier New"/>
                <a:cs typeface="Courier New"/>
              </a:defRPr>
            </a:pPr>
            <a:r>
              <a:rPr sz="1275" b="0">
                <a:solidFill>
                  <a:srgbClr val="858B84"/>
                </a:solidFill>
                <a:latin typeface="Courier New"/>
                <a:ea typeface="Courier New"/>
                <a:cs typeface="Courier New"/>
              </a:rPr>
              <a:t>CLEARED / UNIT</a:t>
            </a:r>
          </a:p>
        </p:txBody>
      </p:sp>
      <p:sp>
        <p:nvSpPr>
          <p:cNvPr id="45" name="hero-savings">
            <a:extLst xmlns:a="http://schemas.openxmlformats.org/drawingml/2006/main">
              <a:ext uri="{FF2B5EF4-FFF2-40B4-BE49-F238E27FC236}">
                <a16:creationId xmlns:a16="http://schemas.microsoft.com/office/drawing/2014/main" id="{BDF87B36-2E9E-4E69-9B75-7E88F1BDA9D7}"/>
              </a:ext>
            </a:extLst>
          </p:cNvPr>
          <p:cNvSpPr>
            <a:spLocks xmlns:a="http://schemas.openxmlformats.org/drawingml/2006/main" noGrp="1"/>
          </p:cNvSpPr>
          <p:nvPr/>
        </p:nvSpPr>
        <p:spPr>
          <a:xfrm xmlns:a="http://schemas.openxmlformats.org/drawingml/2006/main">
            <a:off x="8153400" y="3886200"/>
            <a:ext cx="32575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5400" b="1">
                <a:solidFill>
                  <a:srgbClr val="FF2B79"/>
                </a:solidFill>
                <a:latin typeface="Arial Black"/>
                <a:ea typeface="Arial Black"/>
                <a:cs typeface="Arial Black"/>
              </a:defRPr>
            </a:pPr>
            <a:r>
              <a:rPr sz="5400" b="1">
                <a:solidFill>
                  <a:srgbClr val="FF2B79"/>
                </a:solidFill>
                <a:latin typeface="Arial Black"/>
                <a:ea typeface="Arial Black"/>
                <a:cs typeface="Arial Black"/>
              </a:rPr>
              <a:t>$1,080</a:t>
            </a:r>
          </a:p>
        </p:txBody>
      </p:sp>
      <p:sp>
        <p:nvSpPr>
          <p:cNvPr id="46" name="hero-savings-label">
            <a:extLst xmlns:a="http://schemas.openxmlformats.org/drawingml/2006/main">
              <a:ext uri="{FF2B5EF4-FFF2-40B4-BE49-F238E27FC236}">
                <a16:creationId xmlns:a16="http://schemas.microsoft.com/office/drawing/2014/main" id="{3D8E4D6F-E608-498C-875C-E4CFAB06104A}"/>
              </a:ext>
            </a:extLst>
          </p:cNvPr>
          <p:cNvSpPr>
            <a:spLocks xmlns:a="http://schemas.openxmlformats.org/drawingml/2006/main" noGrp="1"/>
          </p:cNvSpPr>
          <p:nvPr/>
        </p:nvSpPr>
        <p:spPr>
          <a:xfrm xmlns:a="http://schemas.openxmlformats.org/drawingml/2006/main">
            <a:off x="8201025" y="4876800"/>
            <a:ext cx="3143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275" b="0">
                <a:solidFill>
                  <a:srgbClr val="858B84"/>
                </a:solidFill>
                <a:latin typeface="Courier New"/>
                <a:ea typeface="Courier New"/>
                <a:cs typeface="Courier New"/>
              </a:defRPr>
            </a:pPr>
            <a:r>
              <a:rPr sz="1275" b="0">
                <a:solidFill>
                  <a:srgbClr val="858B84"/>
                </a:solidFill>
                <a:latin typeface="Courier New"/>
                <a:ea typeface="Courier New"/>
                <a:cs typeface="Courier New"/>
              </a:rPr>
              <a:t>AVAILABLE AGAIN</a:t>
            </a:r>
          </a:p>
        </p:txBody>
      </p:sp>
      <p:sp>
        <p:nvSpPr>
          <p:cNvPr id="47" name="hero-proof-bracket-tl-h">
            <a:extLst xmlns:a="http://schemas.openxmlformats.org/drawingml/2006/main">
              <a:ext uri="{FF2B5EF4-FFF2-40B4-BE49-F238E27FC236}">
                <a16:creationId xmlns:a16="http://schemas.microsoft.com/office/drawing/2014/main" id="{804EBFDE-0CAC-46B5-AF25-1191A1695AD0}"/>
              </a:ext>
            </a:extLst>
          </p:cNvPr>
          <p:cNvSpPr>
            <a:spLocks xmlns:a="http://schemas.openxmlformats.org/drawingml/2006/main" noGrp="1"/>
          </p:cNvSpPr>
          <p:nvPr/>
        </p:nvSpPr>
        <p:spPr>
          <a:xfrm xmlns:a="http://schemas.openxmlformats.org/drawingml/2006/main">
            <a:off x="304800" y="3771900"/>
            <a:ext cx="152400" cy="0"/>
          </a:xfrm>
          <a:prstGeom xmlns:a="http://schemas.openxmlformats.org/drawingml/2006/main" prst="line">
            <a:avLst/>
          </a:prstGeom>
          <a:noFill xmlns:a="http://schemas.openxmlformats.org/drawingml/2006/main"/>
          <a:ln xmlns:a="http://schemas.openxmlformats.org/drawingml/2006/main" w="13335">
            <a:solidFill>
              <a:srgbClr val="D3D1C8"/>
            </a:solidFill>
            <a:prstDash val="solid"/>
          </a:ln>
        </p:spPr>
      </p:sp>
      <p:sp>
        <p:nvSpPr>
          <p:cNvPr id="48" name="hero-proof-bracket-tl-v">
            <a:extLst xmlns:a="http://schemas.openxmlformats.org/drawingml/2006/main">
              <a:ext uri="{FF2B5EF4-FFF2-40B4-BE49-F238E27FC236}">
                <a16:creationId xmlns:a16="http://schemas.microsoft.com/office/drawing/2014/main" id="{0034B2AD-EBF7-4D2A-8EC3-A49A7DA185C3}"/>
              </a:ext>
            </a:extLst>
          </p:cNvPr>
          <p:cNvSpPr>
            <a:spLocks xmlns:a="http://schemas.openxmlformats.org/drawingml/2006/main" noGrp="1"/>
          </p:cNvSpPr>
          <p:nvPr/>
        </p:nvSpPr>
        <p:spPr>
          <a:xfrm xmlns:a="http://schemas.openxmlformats.org/drawingml/2006/main">
            <a:off x="304800" y="3771900"/>
            <a:ext cx="0" cy="152400"/>
          </a:xfrm>
          <a:prstGeom xmlns:a="http://schemas.openxmlformats.org/drawingml/2006/main" prst="line">
            <a:avLst/>
          </a:prstGeom>
          <a:noFill xmlns:a="http://schemas.openxmlformats.org/drawingml/2006/main"/>
          <a:ln xmlns:a="http://schemas.openxmlformats.org/drawingml/2006/main" w="13335">
            <a:solidFill>
              <a:srgbClr val="D3D1C8"/>
            </a:solidFill>
            <a:prstDash val="solid"/>
          </a:ln>
        </p:spPr>
      </p:sp>
      <p:sp>
        <p:nvSpPr>
          <p:cNvPr id="49" name="hero-proof-bracket-tr-h">
            <a:extLst xmlns:a="http://schemas.openxmlformats.org/drawingml/2006/main">
              <a:ext uri="{FF2B5EF4-FFF2-40B4-BE49-F238E27FC236}">
                <a16:creationId xmlns:a16="http://schemas.microsoft.com/office/drawing/2014/main" id="{B224B731-FE99-4944-867D-115C81AF0B33}"/>
              </a:ext>
            </a:extLst>
          </p:cNvPr>
          <p:cNvSpPr>
            <a:spLocks xmlns:a="http://schemas.openxmlformats.org/drawingml/2006/main" noGrp="1"/>
          </p:cNvSpPr>
          <p:nvPr/>
        </p:nvSpPr>
        <p:spPr>
          <a:xfrm xmlns:a="http://schemas.openxmlformats.org/drawingml/2006/main">
            <a:off x="11430000" y="3771900"/>
            <a:ext cx="152400" cy="0"/>
          </a:xfrm>
          <a:prstGeom xmlns:a="http://schemas.openxmlformats.org/drawingml/2006/main" prst="line">
            <a:avLst/>
          </a:prstGeom>
          <a:noFill xmlns:a="http://schemas.openxmlformats.org/drawingml/2006/main"/>
          <a:ln xmlns:a="http://schemas.openxmlformats.org/drawingml/2006/main" w="13335">
            <a:solidFill>
              <a:srgbClr val="D3D1C8"/>
            </a:solidFill>
            <a:prstDash val="solid"/>
          </a:ln>
        </p:spPr>
      </p:sp>
      <p:sp>
        <p:nvSpPr>
          <p:cNvPr id="50" name="hero-proof-bracket-tr-v">
            <a:extLst xmlns:a="http://schemas.openxmlformats.org/drawingml/2006/main">
              <a:ext uri="{FF2B5EF4-FFF2-40B4-BE49-F238E27FC236}">
                <a16:creationId xmlns:a16="http://schemas.microsoft.com/office/drawing/2014/main" id="{785D2D8F-6904-4B99-B1B0-49ECD9B5AFC3}"/>
              </a:ext>
            </a:extLst>
          </p:cNvPr>
          <p:cNvSpPr>
            <a:spLocks xmlns:a="http://schemas.openxmlformats.org/drawingml/2006/main" noGrp="1"/>
          </p:cNvSpPr>
          <p:nvPr/>
        </p:nvSpPr>
        <p:spPr>
          <a:xfrm xmlns:a="http://schemas.openxmlformats.org/drawingml/2006/main">
            <a:off x="11582400" y="3771900"/>
            <a:ext cx="0" cy="152400"/>
          </a:xfrm>
          <a:prstGeom xmlns:a="http://schemas.openxmlformats.org/drawingml/2006/main" prst="line">
            <a:avLst/>
          </a:prstGeom>
          <a:noFill xmlns:a="http://schemas.openxmlformats.org/drawingml/2006/main"/>
          <a:ln xmlns:a="http://schemas.openxmlformats.org/drawingml/2006/main" w="13335">
            <a:solidFill>
              <a:srgbClr val="D3D1C8"/>
            </a:solidFill>
            <a:prstDash val="solid"/>
          </a:ln>
        </p:spPr>
      </p:sp>
      <p:sp>
        <p:nvSpPr>
          <p:cNvPr id="51" name="hero-proof-bracket-bl-h">
            <a:extLst xmlns:a="http://schemas.openxmlformats.org/drawingml/2006/main">
              <a:ext uri="{FF2B5EF4-FFF2-40B4-BE49-F238E27FC236}">
                <a16:creationId xmlns:a16="http://schemas.microsoft.com/office/drawing/2014/main" id="{9EEF2DED-3F60-4295-BB44-369CA7FEB9C9}"/>
              </a:ext>
            </a:extLst>
          </p:cNvPr>
          <p:cNvSpPr>
            <a:spLocks xmlns:a="http://schemas.openxmlformats.org/drawingml/2006/main" noGrp="1"/>
          </p:cNvSpPr>
          <p:nvPr/>
        </p:nvSpPr>
        <p:spPr>
          <a:xfrm xmlns:a="http://schemas.openxmlformats.org/drawingml/2006/main">
            <a:off x="304800" y="5467350"/>
            <a:ext cx="152400" cy="0"/>
          </a:xfrm>
          <a:prstGeom xmlns:a="http://schemas.openxmlformats.org/drawingml/2006/main" prst="line">
            <a:avLst/>
          </a:prstGeom>
          <a:noFill xmlns:a="http://schemas.openxmlformats.org/drawingml/2006/main"/>
          <a:ln xmlns:a="http://schemas.openxmlformats.org/drawingml/2006/main" w="13335">
            <a:solidFill>
              <a:srgbClr val="D3D1C8"/>
            </a:solidFill>
            <a:prstDash val="solid"/>
          </a:ln>
        </p:spPr>
      </p:sp>
      <p:sp>
        <p:nvSpPr>
          <p:cNvPr id="52" name="hero-proof-bracket-bl-v">
            <a:extLst xmlns:a="http://schemas.openxmlformats.org/drawingml/2006/main">
              <a:ext uri="{FF2B5EF4-FFF2-40B4-BE49-F238E27FC236}">
                <a16:creationId xmlns:a16="http://schemas.microsoft.com/office/drawing/2014/main" id="{F67D4301-5EAF-4BF2-B435-616AB6B76329}"/>
              </a:ext>
            </a:extLst>
          </p:cNvPr>
          <p:cNvSpPr>
            <a:spLocks xmlns:a="http://schemas.openxmlformats.org/drawingml/2006/main" noGrp="1"/>
          </p:cNvSpPr>
          <p:nvPr/>
        </p:nvSpPr>
        <p:spPr>
          <a:xfrm xmlns:a="http://schemas.openxmlformats.org/drawingml/2006/main">
            <a:off x="304800" y="5314950"/>
            <a:ext cx="0" cy="152400"/>
          </a:xfrm>
          <a:prstGeom xmlns:a="http://schemas.openxmlformats.org/drawingml/2006/main" prst="line">
            <a:avLst/>
          </a:prstGeom>
          <a:noFill xmlns:a="http://schemas.openxmlformats.org/drawingml/2006/main"/>
          <a:ln xmlns:a="http://schemas.openxmlformats.org/drawingml/2006/main" w="13335">
            <a:solidFill>
              <a:srgbClr val="D3D1C8"/>
            </a:solidFill>
            <a:prstDash val="solid"/>
          </a:ln>
        </p:spPr>
      </p:sp>
      <p:sp>
        <p:nvSpPr>
          <p:cNvPr id="53" name="hero-proof-bracket-br-h">
            <a:extLst xmlns:a="http://schemas.openxmlformats.org/drawingml/2006/main">
              <a:ext uri="{FF2B5EF4-FFF2-40B4-BE49-F238E27FC236}">
                <a16:creationId xmlns:a16="http://schemas.microsoft.com/office/drawing/2014/main" id="{728CD6D9-61AD-4C25-BD90-6398190BC11B}"/>
              </a:ext>
            </a:extLst>
          </p:cNvPr>
          <p:cNvSpPr>
            <a:spLocks xmlns:a="http://schemas.openxmlformats.org/drawingml/2006/main" noGrp="1"/>
          </p:cNvSpPr>
          <p:nvPr/>
        </p:nvSpPr>
        <p:spPr>
          <a:xfrm xmlns:a="http://schemas.openxmlformats.org/drawingml/2006/main">
            <a:off x="11430000" y="5467350"/>
            <a:ext cx="152400" cy="0"/>
          </a:xfrm>
          <a:prstGeom xmlns:a="http://schemas.openxmlformats.org/drawingml/2006/main" prst="line">
            <a:avLst/>
          </a:prstGeom>
          <a:noFill xmlns:a="http://schemas.openxmlformats.org/drawingml/2006/main"/>
          <a:ln xmlns:a="http://schemas.openxmlformats.org/drawingml/2006/main" w="13335">
            <a:solidFill>
              <a:srgbClr val="D3D1C8"/>
            </a:solidFill>
            <a:prstDash val="solid"/>
          </a:ln>
        </p:spPr>
      </p:sp>
      <p:sp>
        <p:nvSpPr>
          <p:cNvPr id="54" name="hero-proof-bracket-br-v">
            <a:extLst xmlns:a="http://schemas.openxmlformats.org/drawingml/2006/main">
              <a:ext uri="{FF2B5EF4-FFF2-40B4-BE49-F238E27FC236}">
                <a16:creationId xmlns:a16="http://schemas.microsoft.com/office/drawing/2014/main" id="{FBC28634-998D-4C00-BDE2-106E59338CDC}"/>
              </a:ext>
            </a:extLst>
          </p:cNvPr>
          <p:cNvSpPr>
            <a:spLocks xmlns:a="http://schemas.openxmlformats.org/drawingml/2006/main" noGrp="1"/>
          </p:cNvSpPr>
          <p:nvPr/>
        </p:nvSpPr>
        <p:spPr>
          <a:xfrm xmlns:a="http://schemas.openxmlformats.org/drawingml/2006/main">
            <a:off x="11582400" y="5314950"/>
            <a:ext cx="0" cy="152400"/>
          </a:xfrm>
          <a:prstGeom xmlns:a="http://schemas.openxmlformats.org/drawingml/2006/main" prst="line">
            <a:avLst/>
          </a:prstGeom>
          <a:noFill xmlns:a="http://schemas.openxmlformats.org/drawingml/2006/main"/>
          <a:ln xmlns:a="http://schemas.openxmlformats.org/drawingml/2006/main" w="13335">
            <a:solidFill>
              <a:srgbClr val="D3D1C8"/>
            </a:solidFill>
            <a:prstDash val="solid"/>
          </a:ln>
        </p:spPr>
      </p:sp>
      <p:sp>
        <p:nvSpPr>
          <p:cNvPr id="55" name="hero-thesis">
            <a:extLst xmlns:a="http://schemas.openxmlformats.org/drawingml/2006/main">
              <a:ext uri="{FF2B5EF4-FFF2-40B4-BE49-F238E27FC236}">
                <a16:creationId xmlns:a16="http://schemas.microsoft.com/office/drawing/2014/main" id="{4CBF58F9-9BC1-46C4-855A-7FDED07B7078}"/>
              </a:ext>
            </a:extLst>
          </p:cNvPr>
          <p:cNvSpPr>
            <a:spLocks xmlns:a="http://schemas.openxmlformats.org/drawingml/2006/main" noGrp="1"/>
          </p:cNvSpPr>
          <p:nvPr/>
        </p:nvSpPr>
        <p:spPr>
          <a:xfrm xmlns:a="http://schemas.openxmlformats.org/drawingml/2006/main">
            <a:off x="381000" y="5886450"/>
            <a:ext cx="933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275" b="0">
                <a:solidFill>
                  <a:srgbClr val="D3D1C8"/>
                </a:solidFill>
                <a:latin typeface="Courier New"/>
                <a:ea typeface="Courier New"/>
                <a:cs typeface="Courier New"/>
              </a:defRPr>
            </a:pPr>
            <a:r>
              <a:rPr sz="1275" b="0">
                <a:solidFill>
                  <a:srgbClr val="D3D1C8"/>
                </a:solidFill>
                <a:latin typeface="Courier New"/>
                <a:ea typeface="Courier New"/>
                <a:cs typeface="Courier New"/>
              </a:rPr>
              <a:t>PATIENT BUYERS → RESERVED FIXTURE DEMAND → PRIVATE SELLER COMPETITION</a:t>
            </a:r>
          </a:p>
        </p:txBody>
      </p:sp>
    </p:spTree>
    <p:extLst>
      <p:ext uri="{BB962C8B-B14F-4D97-AF65-F5344CB8AC3E}">
        <p14:creationId xmlns:p14="http://schemas.microsoft.com/office/powerpoint/2010/main" val="1972023099"/>
      </p:ext>
    </p:extLst>
  </p:cSld>
</p:sld>
</file>

<file path=ppt/slides/slide2.xml><?xml version="1.0" encoding="utf-8"?>
<p:sld xmlns:p="http://schemas.openxmlformats.org/presentationml/2006/main">
  <p:cSld>
    <p:bg>
      <p:bgPr>
        <a:solidFill xmlns:a="http://schemas.openxmlformats.org/drawingml/2006/main">
          <a:srgbClr val="080A09"/>
        </a:solidFill>
      </p:bgPr>
    </p:bg>
    <p:spTree>
      <p:nvGrpSpPr>
        <p:cNvPr id="1" name=""/>
        <p:cNvGrpSpPr/>
        <p:nvPr/>
      </p:nvGrpSpPr>
      <p:grpSpPr>
        <a:xfrm xmlns:a="http://schemas.openxmlformats.org/drawingml/2006/main"/>
      </p:grpSpPr>
      <p:sp>
        <p:nvSpPr>
          <p:cNvPr id="66" name="grid-v-40">
            <a:extLst xmlns:a="http://schemas.openxmlformats.org/drawingml/2006/main">
              <a:ext uri="{FF2B5EF4-FFF2-40B4-BE49-F238E27FC236}">
                <a16:creationId xmlns:a16="http://schemas.microsoft.com/office/drawing/2014/main" id="{EF133F97-A14D-41F3-A110-85E348A92FF5}"/>
              </a:ext>
            </a:extLst>
          </p:cNvPr>
          <p:cNvSpPr>
            <a:spLocks xmlns:a="http://schemas.openxmlformats.org/drawingml/2006/main" noGrp="1"/>
          </p:cNvSpPr>
          <p:nvPr/>
        </p:nvSpPr>
        <p:spPr>
          <a:xfrm xmlns:a="http://schemas.openxmlformats.org/drawingml/2006/main">
            <a:off x="3810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 name="grid-v-104">
            <a:extLst xmlns:a="http://schemas.openxmlformats.org/drawingml/2006/main">
              <a:ext uri="{FF2B5EF4-FFF2-40B4-BE49-F238E27FC236}">
                <a16:creationId xmlns:a16="http://schemas.microsoft.com/office/drawing/2014/main" id="{7AD87E35-4C55-457E-89CC-3A9DF5A511E0}"/>
              </a:ext>
            </a:extLst>
          </p:cNvPr>
          <p:cNvSpPr>
            <a:spLocks xmlns:a="http://schemas.openxmlformats.org/drawingml/2006/main" noGrp="1"/>
          </p:cNvSpPr>
          <p:nvPr/>
        </p:nvSpPr>
        <p:spPr>
          <a:xfrm xmlns:a="http://schemas.openxmlformats.org/drawingml/2006/main">
            <a:off x="9906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3" name="grid-v-168">
            <a:extLst xmlns:a="http://schemas.openxmlformats.org/drawingml/2006/main">
              <a:ext uri="{FF2B5EF4-FFF2-40B4-BE49-F238E27FC236}">
                <a16:creationId xmlns:a16="http://schemas.microsoft.com/office/drawing/2014/main" id="{F61C044D-D922-4550-8B5A-B382E3603873}"/>
              </a:ext>
            </a:extLst>
          </p:cNvPr>
          <p:cNvSpPr>
            <a:spLocks xmlns:a="http://schemas.openxmlformats.org/drawingml/2006/main" noGrp="1"/>
          </p:cNvSpPr>
          <p:nvPr/>
        </p:nvSpPr>
        <p:spPr>
          <a:xfrm xmlns:a="http://schemas.openxmlformats.org/drawingml/2006/main">
            <a:off x="16002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4" name="grid-v-232">
            <a:extLst xmlns:a="http://schemas.openxmlformats.org/drawingml/2006/main">
              <a:ext uri="{FF2B5EF4-FFF2-40B4-BE49-F238E27FC236}">
                <a16:creationId xmlns:a16="http://schemas.microsoft.com/office/drawing/2014/main" id="{AFB74699-2B83-4743-8147-5640D903C7CA}"/>
              </a:ext>
            </a:extLst>
          </p:cNvPr>
          <p:cNvSpPr>
            <a:spLocks xmlns:a="http://schemas.openxmlformats.org/drawingml/2006/main" noGrp="1"/>
          </p:cNvSpPr>
          <p:nvPr/>
        </p:nvSpPr>
        <p:spPr>
          <a:xfrm xmlns:a="http://schemas.openxmlformats.org/drawingml/2006/main">
            <a:off x="22098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5" name="grid-v-296">
            <a:extLst xmlns:a="http://schemas.openxmlformats.org/drawingml/2006/main">
              <a:ext uri="{FF2B5EF4-FFF2-40B4-BE49-F238E27FC236}">
                <a16:creationId xmlns:a16="http://schemas.microsoft.com/office/drawing/2014/main" id="{1B287077-7289-4A36-81CC-9A8949FC0494}"/>
              </a:ext>
            </a:extLst>
          </p:cNvPr>
          <p:cNvSpPr>
            <a:spLocks xmlns:a="http://schemas.openxmlformats.org/drawingml/2006/main" noGrp="1"/>
          </p:cNvSpPr>
          <p:nvPr/>
        </p:nvSpPr>
        <p:spPr>
          <a:xfrm xmlns:a="http://schemas.openxmlformats.org/drawingml/2006/main">
            <a:off x="28194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6" name="grid-v-360">
            <a:extLst xmlns:a="http://schemas.openxmlformats.org/drawingml/2006/main">
              <a:ext uri="{FF2B5EF4-FFF2-40B4-BE49-F238E27FC236}">
                <a16:creationId xmlns:a16="http://schemas.microsoft.com/office/drawing/2014/main" id="{1C23199E-3DAB-415F-BEFE-EFF2437DB0B6}"/>
              </a:ext>
            </a:extLst>
          </p:cNvPr>
          <p:cNvSpPr>
            <a:spLocks xmlns:a="http://schemas.openxmlformats.org/drawingml/2006/main" noGrp="1"/>
          </p:cNvSpPr>
          <p:nvPr/>
        </p:nvSpPr>
        <p:spPr>
          <a:xfrm xmlns:a="http://schemas.openxmlformats.org/drawingml/2006/main">
            <a:off x="34290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7" name="grid-v-424">
            <a:extLst xmlns:a="http://schemas.openxmlformats.org/drawingml/2006/main">
              <a:ext uri="{FF2B5EF4-FFF2-40B4-BE49-F238E27FC236}">
                <a16:creationId xmlns:a16="http://schemas.microsoft.com/office/drawing/2014/main" id="{BF7B3033-B713-4185-833E-CA364CBC3782}"/>
              </a:ext>
            </a:extLst>
          </p:cNvPr>
          <p:cNvSpPr>
            <a:spLocks xmlns:a="http://schemas.openxmlformats.org/drawingml/2006/main" noGrp="1"/>
          </p:cNvSpPr>
          <p:nvPr/>
        </p:nvSpPr>
        <p:spPr>
          <a:xfrm xmlns:a="http://schemas.openxmlformats.org/drawingml/2006/main">
            <a:off x="40386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8" name="grid-v-488">
            <a:extLst xmlns:a="http://schemas.openxmlformats.org/drawingml/2006/main">
              <a:ext uri="{FF2B5EF4-FFF2-40B4-BE49-F238E27FC236}">
                <a16:creationId xmlns:a16="http://schemas.microsoft.com/office/drawing/2014/main" id="{9B8D63B2-8826-46F3-B66D-7772748E84A2}"/>
              </a:ext>
            </a:extLst>
          </p:cNvPr>
          <p:cNvSpPr>
            <a:spLocks xmlns:a="http://schemas.openxmlformats.org/drawingml/2006/main" noGrp="1"/>
          </p:cNvSpPr>
          <p:nvPr/>
        </p:nvSpPr>
        <p:spPr>
          <a:xfrm xmlns:a="http://schemas.openxmlformats.org/drawingml/2006/main">
            <a:off x="46482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9" name="grid-v-552">
            <a:extLst xmlns:a="http://schemas.openxmlformats.org/drawingml/2006/main">
              <a:ext uri="{FF2B5EF4-FFF2-40B4-BE49-F238E27FC236}">
                <a16:creationId xmlns:a16="http://schemas.microsoft.com/office/drawing/2014/main" id="{10943F0A-1B75-46D3-AA75-C6BB4014D586}"/>
              </a:ext>
            </a:extLst>
          </p:cNvPr>
          <p:cNvSpPr>
            <a:spLocks xmlns:a="http://schemas.openxmlformats.org/drawingml/2006/main" noGrp="1"/>
          </p:cNvSpPr>
          <p:nvPr/>
        </p:nvSpPr>
        <p:spPr>
          <a:xfrm xmlns:a="http://schemas.openxmlformats.org/drawingml/2006/main">
            <a:off x="52578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0" name="grid-v-616">
            <a:extLst xmlns:a="http://schemas.openxmlformats.org/drawingml/2006/main">
              <a:ext uri="{FF2B5EF4-FFF2-40B4-BE49-F238E27FC236}">
                <a16:creationId xmlns:a16="http://schemas.microsoft.com/office/drawing/2014/main" id="{0E8194CA-198C-4E39-B4EA-7C85DCCD9E99}"/>
              </a:ext>
            </a:extLst>
          </p:cNvPr>
          <p:cNvSpPr>
            <a:spLocks xmlns:a="http://schemas.openxmlformats.org/drawingml/2006/main" noGrp="1"/>
          </p:cNvSpPr>
          <p:nvPr/>
        </p:nvSpPr>
        <p:spPr>
          <a:xfrm xmlns:a="http://schemas.openxmlformats.org/drawingml/2006/main">
            <a:off x="58674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1" name="grid-v-680">
            <a:extLst xmlns:a="http://schemas.openxmlformats.org/drawingml/2006/main">
              <a:ext uri="{FF2B5EF4-FFF2-40B4-BE49-F238E27FC236}">
                <a16:creationId xmlns:a16="http://schemas.microsoft.com/office/drawing/2014/main" id="{BB20A88F-84EC-45EE-958C-06128BD2B50E}"/>
              </a:ext>
            </a:extLst>
          </p:cNvPr>
          <p:cNvSpPr>
            <a:spLocks xmlns:a="http://schemas.openxmlformats.org/drawingml/2006/main" noGrp="1"/>
          </p:cNvSpPr>
          <p:nvPr/>
        </p:nvSpPr>
        <p:spPr>
          <a:xfrm xmlns:a="http://schemas.openxmlformats.org/drawingml/2006/main">
            <a:off x="64770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2" name="grid-v-744">
            <a:extLst xmlns:a="http://schemas.openxmlformats.org/drawingml/2006/main">
              <a:ext uri="{FF2B5EF4-FFF2-40B4-BE49-F238E27FC236}">
                <a16:creationId xmlns:a16="http://schemas.microsoft.com/office/drawing/2014/main" id="{EB6AC1BD-B823-4FEC-A070-BCB5A17F554D}"/>
              </a:ext>
            </a:extLst>
          </p:cNvPr>
          <p:cNvSpPr>
            <a:spLocks xmlns:a="http://schemas.openxmlformats.org/drawingml/2006/main" noGrp="1"/>
          </p:cNvSpPr>
          <p:nvPr/>
        </p:nvSpPr>
        <p:spPr>
          <a:xfrm xmlns:a="http://schemas.openxmlformats.org/drawingml/2006/main">
            <a:off x="70866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3" name="grid-v-808">
            <a:extLst xmlns:a="http://schemas.openxmlformats.org/drawingml/2006/main">
              <a:ext uri="{FF2B5EF4-FFF2-40B4-BE49-F238E27FC236}">
                <a16:creationId xmlns:a16="http://schemas.microsoft.com/office/drawing/2014/main" id="{86149A18-3A55-40E2-B61D-3A21CCA58930}"/>
              </a:ext>
            </a:extLst>
          </p:cNvPr>
          <p:cNvSpPr>
            <a:spLocks xmlns:a="http://schemas.openxmlformats.org/drawingml/2006/main" noGrp="1"/>
          </p:cNvSpPr>
          <p:nvPr/>
        </p:nvSpPr>
        <p:spPr>
          <a:xfrm xmlns:a="http://schemas.openxmlformats.org/drawingml/2006/main">
            <a:off x="76962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4" name="grid-v-872">
            <a:extLst xmlns:a="http://schemas.openxmlformats.org/drawingml/2006/main">
              <a:ext uri="{FF2B5EF4-FFF2-40B4-BE49-F238E27FC236}">
                <a16:creationId xmlns:a16="http://schemas.microsoft.com/office/drawing/2014/main" id="{E8EC177F-A322-402C-9C69-2452CCA25946}"/>
              </a:ext>
            </a:extLst>
          </p:cNvPr>
          <p:cNvSpPr>
            <a:spLocks xmlns:a="http://schemas.openxmlformats.org/drawingml/2006/main" noGrp="1"/>
          </p:cNvSpPr>
          <p:nvPr/>
        </p:nvSpPr>
        <p:spPr>
          <a:xfrm xmlns:a="http://schemas.openxmlformats.org/drawingml/2006/main">
            <a:off x="83058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5" name="grid-v-936">
            <a:extLst xmlns:a="http://schemas.openxmlformats.org/drawingml/2006/main">
              <a:ext uri="{FF2B5EF4-FFF2-40B4-BE49-F238E27FC236}">
                <a16:creationId xmlns:a16="http://schemas.microsoft.com/office/drawing/2014/main" id="{2135F26D-2FA1-41FD-ABE3-24010C611FB5}"/>
              </a:ext>
            </a:extLst>
          </p:cNvPr>
          <p:cNvSpPr>
            <a:spLocks xmlns:a="http://schemas.openxmlformats.org/drawingml/2006/main" noGrp="1"/>
          </p:cNvSpPr>
          <p:nvPr/>
        </p:nvSpPr>
        <p:spPr>
          <a:xfrm xmlns:a="http://schemas.openxmlformats.org/drawingml/2006/main">
            <a:off x="89154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6" name="grid-v-1000">
            <a:extLst xmlns:a="http://schemas.openxmlformats.org/drawingml/2006/main">
              <a:ext uri="{FF2B5EF4-FFF2-40B4-BE49-F238E27FC236}">
                <a16:creationId xmlns:a16="http://schemas.microsoft.com/office/drawing/2014/main" id="{20A39D69-CDFF-4E68-A7D6-F479E84494FA}"/>
              </a:ext>
            </a:extLst>
          </p:cNvPr>
          <p:cNvSpPr>
            <a:spLocks xmlns:a="http://schemas.openxmlformats.org/drawingml/2006/main" noGrp="1"/>
          </p:cNvSpPr>
          <p:nvPr/>
        </p:nvSpPr>
        <p:spPr>
          <a:xfrm xmlns:a="http://schemas.openxmlformats.org/drawingml/2006/main">
            <a:off x="95250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7" name="grid-v-1064">
            <a:extLst xmlns:a="http://schemas.openxmlformats.org/drawingml/2006/main">
              <a:ext uri="{FF2B5EF4-FFF2-40B4-BE49-F238E27FC236}">
                <a16:creationId xmlns:a16="http://schemas.microsoft.com/office/drawing/2014/main" id="{C4F89908-B70A-42D5-8680-20518EC6A05F}"/>
              </a:ext>
            </a:extLst>
          </p:cNvPr>
          <p:cNvSpPr>
            <a:spLocks xmlns:a="http://schemas.openxmlformats.org/drawingml/2006/main" noGrp="1"/>
          </p:cNvSpPr>
          <p:nvPr/>
        </p:nvSpPr>
        <p:spPr>
          <a:xfrm xmlns:a="http://schemas.openxmlformats.org/drawingml/2006/main">
            <a:off x="101346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8" name="grid-v-1128">
            <a:extLst xmlns:a="http://schemas.openxmlformats.org/drawingml/2006/main">
              <a:ext uri="{FF2B5EF4-FFF2-40B4-BE49-F238E27FC236}">
                <a16:creationId xmlns:a16="http://schemas.microsoft.com/office/drawing/2014/main" id="{DEF109CA-D42A-47D3-A062-4BC39D82E02B}"/>
              </a:ext>
            </a:extLst>
          </p:cNvPr>
          <p:cNvSpPr>
            <a:spLocks xmlns:a="http://schemas.openxmlformats.org/drawingml/2006/main" noGrp="1"/>
          </p:cNvSpPr>
          <p:nvPr/>
        </p:nvSpPr>
        <p:spPr>
          <a:xfrm xmlns:a="http://schemas.openxmlformats.org/drawingml/2006/main">
            <a:off x="107442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9" name="grid-v-1192">
            <a:extLst xmlns:a="http://schemas.openxmlformats.org/drawingml/2006/main">
              <a:ext uri="{FF2B5EF4-FFF2-40B4-BE49-F238E27FC236}">
                <a16:creationId xmlns:a16="http://schemas.microsoft.com/office/drawing/2014/main" id="{BDE5364F-C1A6-48D6-8E01-D1C4274AB3F8}"/>
              </a:ext>
            </a:extLst>
          </p:cNvPr>
          <p:cNvSpPr>
            <a:spLocks xmlns:a="http://schemas.openxmlformats.org/drawingml/2006/main" noGrp="1"/>
          </p:cNvSpPr>
          <p:nvPr/>
        </p:nvSpPr>
        <p:spPr>
          <a:xfrm xmlns:a="http://schemas.openxmlformats.org/drawingml/2006/main">
            <a:off x="113538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0" name="grid-h-112">
            <a:extLst xmlns:a="http://schemas.openxmlformats.org/drawingml/2006/main">
              <a:ext uri="{FF2B5EF4-FFF2-40B4-BE49-F238E27FC236}">
                <a16:creationId xmlns:a16="http://schemas.microsoft.com/office/drawing/2014/main" id="{7C8649B9-8B1A-4944-BB22-6CAC11B6B421}"/>
              </a:ext>
            </a:extLst>
          </p:cNvPr>
          <p:cNvSpPr>
            <a:spLocks xmlns:a="http://schemas.openxmlformats.org/drawingml/2006/main" noGrp="1"/>
          </p:cNvSpPr>
          <p:nvPr/>
        </p:nvSpPr>
        <p:spPr>
          <a:xfrm xmlns:a="http://schemas.openxmlformats.org/drawingml/2006/main">
            <a:off x="381000" y="10668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1" name="grid-h-176">
            <a:extLst xmlns:a="http://schemas.openxmlformats.org/drawingml/2006/main">
              <a:ext uri="{FF2B5EF4-FFF2-40B4-BE49-F238E27FC236}">
                <a16:creationId xmlns:a16="http://schemas.microsoft.com/office/drawing/2014/main" id="{1DEAEDBC-602A-4A74-8534-28BD9B606A78}"/>
              </a:ext>
            </a:extLst>
          </p:cNvPr>
          <p:cNvSpPr>
            <a:spLocks xmlns:a="http://schemas.openxmlformats.org/drawingml/2006/main" noGrp="1"/>
          </p:cNvSpPr>
          <p:nvPr/>
        </p:nvSpPr>
        <p:spPr>
          <a:xfrm xmlns:a="http://schemas.openxmlformats.org/drawingml/2006/main">
            <a:off x="381000" y="16764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2" name="grid-h-240">
            <a:extLst xmlns:a="http://schemas.openxmlformats.org/drawingml/2006/main">
              <a:ext uri="{FF2B5EF4-FFF2-40B4-BE49-F238E27FC236}">
                <a16:creationId xmlns:a16="http://schemas.microsoft.com/office/drawing/2014/main" id="{1D3679EB-A22E-41D4-A300-B519EB11A9BF}"/>
              </a:ext>
            </a:extLst>
          </p:cNvPr>
          <p:cNvSpPr>
            <a:spLocks xmlns:a="http://schemas.openxmlformats.org/drawingml/2006/main" noGrp="1"/>
          </p:cNvSpPr>
          <p:nvPr/>
        </p:nvSpPr>
        <p:spPr>
          <a:xfrm xmlns:a="http://schemas.openxmlformats.org/drawingml/2006/main">
            <a:off x="381000" y="22860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3" name="grid-h-304">
            <a:extLst xmlns:a="http://schemas.openxmlformats.org/drawingml/2006/main">
              <a:ext uri="{FF2B5EF4-FFF2-40B4-BE49-F238E27FC236}">
                <a16:creationId xmlns:a16="http://schemas.microsoft.com/office/drawing/2014/main" id="{BC5A3EDB-0F63-46E8-895C-A822FF9989BC}"/>
              </a:ext>
            </a:extLst>
          </p:cNvPr>
          <p:cNvSpPr>
            <a:spLocks xmlns:a="http://schemas.openxmlformats.org/drawingml/2006/main" noGrp="1"/>
          </p:cNvSpPr>
          <p:nvPr/>
        </p:nvSpPr>
        <p:spPr>
          <a:xfrm xmlns:a="http://schemas.openxmlformats.org/drawingml/2006/main">
            <a:off x="381000" y="28956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4" name="grid-h-368">
            <a:extLst xmlns:a="http://schemas.openxmlformats.org/drawingml/2006/main">
              <a:ext uri="{FF2B5EF4-FFF2-40B4-BE49-F238E27FC236}">
                <a16:creationId xmlns:a16="http://schemas.microsoft.com/office/drawing/2014/main" id="{DDE506F5-40E1-4FAF-9D90-7DAB5E0D742B}"/>
              </a:ext>
            </a:extLst>
          </p:cNvPr>
          <p:cNvSpPr>
            <a:spLocks xmlns:a="http://schemas.openxmlformats.org/drawingml/2006/main" noGrp="1"/>
          </p:cNvSpPr>
          <p:nvPr/>
        </p:nvSpPr>
        <p:spPr>
          <a:xfrm xmlns:a="http://schemas.openxmlformats.org/drawingml/2006/main">
            <a:off x="381000" y="35052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5" name="grid-h-432">
            <a:extLst xmlns:a="http://schemas.openxmlformats.org/drawingml/2006/main">
              <a:ext uri="{FF2B5EF4-FFF2-40B4-BE49-F238E27FC236}">
                <a16:creationId xmlns:a16="http://schemas.microsoft.com/office/drawing/2014/main" id="{926572DE-0759-43CC-83E1-72B6E574B57B}"/>
              </a:ext>
            </a:extLst>
          </p:cNvPr>
          <p:cNvSpPr>
            <a:spLocks xmlns:a="http://schemas.openxmlformats.org/drawingml/2006/main" noGrp="1"/>
          </p:cNvSpPr>
          <p:nvPr/>
        </p:nvSpPr>
        <p:spPr>
          <a:xfrm xmlns:a="http://schemas.openxmlformats.org/drawingml/2006/main">
            <a:off x="381000" y="41148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6" name="grid-h-496">
            <a:extLst xmlns:a="http://schemas.openxmlformats.org/drawingml/2006/main">
              <a:ext uri="{FF2B5EF4-FFF2-40B4-BE49-F238E27FC236}">
                <a16:creationId xmlns:a16="http://schemas.microsoft.com/office/drawing/2014/main" id="{BF732DEE-61F6-425E-ABA6-2A4384B8B932}"/>
              </a:ext>
            </a:extLst>
          </p:cNvPr>
          <p:cNvSpPr>
            <a:spLocks xmlns:a="http://schemas.openxmlformats.org/drawingml/2006/main" noGrp="1"/>
          </p:cNvSpPr>
          <p:nvPr/>
        </p:nvSpPr>
        <p:spPr>
          <a:xfrm xmlns:a="http://schemas.openxmlformats.org/drawingml/2006/main">
            <a:off x="381000" y="47244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7" name="grid-h-560">
            <a:extLst xmlns:a="http://schemas.openxmlformats.org/drawingml/2006/main">
              <a:ext uri="{FF2B5EF4-FFF2-40B4-BE49-F238E27FC236}">
                <a16:creationId xmlns:a16="http://schemas.microsoft.com/office/drawing/2014/main" id="{12665722-3422-49F0-A0EA-2DF86ECF1643}"/>
              </a:ext>
            </a:extLst>
          </p:cNvPr>
          <p:cNvSpPr>
            <a:spLocks xmlns:a="http://schemas.openxmlformats.org/drawingml/2006/main" noGrp="1"/>
          </p:cNvSpPr>
          <p:nvPr/>
        </p:nvSpPr>
        <p:spPr>
          <a:xfrm xmlns:a="http://schemas.openxmlformats.org/drawingml/2006/main">
            <a:off x="381000" y="53340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8" name="grid-h-624">
            <a:extLst xmlns:a="http://schemas.openxmlformats.org/drawingml/2006/main">
              <a:ext uri="{FF2B5EF4-FFF2-40B4-BE49-F238E27FC236}">
                <a16:creationId xmlns:a16="http://schemas.microsoft.com/office/drawing/2014/main" id="{5708BD2B-6B35-4383-8BEC-E5D4BAC91054}"/>
              </a:ext>
            </a:extLst>
          </p:cNvPr>
          <p:cNvSpPr>
            <a:spLocks xmlns:a="http://schemas.openxmlformats.org/drawingml/2006/main" noGrp="1"/>
          </p:cNvSpPr>
          <p:nvPr/>
        </p:nvSpPr>
        <p:spPr>
          <a:xfrm xmlns:a="http://schemas.openxmlformats.org/drawingml/2006/main">
            <a:off x="381000" y="59436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9" name="top-rule">
            <a:extLst xmlns:a="http://schemas.openxmlformats.org/drawingml/2006/main">
              <a:ext uri="{FF2B5EF4-FFF2-40B4-BE49-F238E27FC236}">
                <a16:creationId xmlns:a16="http://schemas.microsoft.com/office/drawing/2014/main" id="{404E6AA8-77AE-44FB-AAD9-D42FB99E3F2D}"/>
              </a:ext>
            </a:extLst>
          </p:cNvPr>
          <p:cNvSpPr>
            <a:spLocks xmlns:a="http://schemas.openxmlformats.org/drawingml/2006/main" noGrp="1"/>
          </p:cNvSpPr>
          <p:nvPr/>
        </p:nvSpPr>
        <p:spPr>
          <a:xfrm xmlns:a="http://schemas.openxmlformats.org/drawingml/2006/main">
            <a:off x="381000" y="876300"/>
            <a:ext cx="11430000" cy="0"/>
          </a:xfrm>
          <a:prstGeom xmlns:a="http://schemas.openxmlformats.org/drawingml/2006/main" prst="line">
            <a:avLst/>
          </a:prstGeom>
          <a:noFill xmlns:a="http://schemas.openxmlformats.org/drawingml/2006/main"/>
          <a:ln xmlns:a="http://schemas.openxmlformats.org/drawingml/2006/main" w="11430">
            <a:solidFill>
              <a:srgbClr val="252A26"/>
            </a:solidFill>
            <a:prstDash val="solid"/>
          </a:ln>
        </p:spPr>
      </p:sp>
      <p:sp>
        <p:nvSpPr>
          <p:cNvPr id="30" name="wordmark">
            <a:extLst xmlns:a="http://schemas.openxmlformats.org/drawingml/2006/main">
              <a:ext uri="{FF2B5EF4-FFF2-40B4-BE49-F238E27FC236}">
                <a16:creationId xmlns:a16="http://schemas.microsoft.com/office/drawing/2014/main" id="{C462C2AE-B75B-4051-A05B-BA12DFCE4C16}"/>
              </a:ext>
            </a:extLst>
          </p:cNvPr>
          <p:cNvSpPr>
            <a:spLocks xmlns:a="http://schemas.openxmlformats.org/drawingml/2006/main" noGrp="1"/>
          </p:cNvSpPr>
          <p:nvPr/>
        </p:nvSpPr>
        <p:spPr>
          <a:xfrm xmlns:a="http://schemas.openxmlformats.org/drawingml/2006/main">
            <a:off x="381000" y="228600"/>
            <a:ext cx="1714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2550" b="1">
                <a:solidFill>
                  <a:srgbClr val="F1EFE5"/>
                </a:solidFill>
                <a:latin typeface="Arial Black"/>
                <a:ea typeface="Arial Black"/>
                <a:cs typeface="Arial Black"/>
              </a:defRPr>
            </a:pPr>
            <a:r>
              <a:rPr sz="2550" b="1">
                <a:solidFill>
                  <a:srgbClr val="F1EFE5"/>
                </a:solidFill>
                <a:latin typeface="Arial Black"/>
                <a:ea typeface="Arial Black"/>
                <a:cs typeface="Arial Black"/>
              </a:rPr>
              <a:t>POOL</a:t>
            </a:r>
          </a:p>
        </p:txBody>
      </p:sp>
      <p:sp>
        <p:nvSpPr>
          <p:cNvPr id="31" name="environment-label">
            <a:extLst xmlns:a="http://schemas.openxmlformats.org/drawingml/2006/main">
              <a:ext uri="{FF2B5EF4-FFF2-40B4-BE49-F238E27FC236}">
                <a16:creationId xmlns:a16="http://schemas.microsoft.com/office/drawing/2014/main" id="{1F9E35B7-084B-43A6-90F2-717E8549DA47}"/>
              </a:ext>
            </a:extLst>
          </p:cNvPr>
          <p:cNvSpPr>
            <a:spLocks xmlns:a="http://schemas.openxmlformats.org/drawingml/2006/main" noGrp="1"/>
          </p:cNvSpPr>
          <p:nvPr/>
        </p:nvSpPr>
        <p:spPr>
          <a:xfrm xmlns:a="http://schemas.openxmlformats.org/drawingml/2006/main">
            <a:off x="4705350" y="352425"/>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0000"/>
              </a:lnSpc>
              <a:buNone/>
              <a:defRPr sz="1050" b="0">
                <a:solidFill>
                  <a:srgbClr val="858B84"/>
                </a:solidFill>
                <a:latin typeface="Courier New"/>
                <a:ea typeface="Courier New"/>
                <a:cs typeface="Courier New"/>
              </a:defRPr>
            </a:pPr>
            <a:r>
              <a:rPr sz="1050" b="0">
                <a:solidFill>
                  <a:srgbClr val="858B84"/>
                </a:solidFill>
                <a:latin typeface="Courier New"/>
                <a:ea typeface="Courier New"/>
                <a:cs typeface="Courier New"/>
              </a:rPr>
              <a:t>CREDIBLE DEMAND</a:t>
            </a:r>
          </a:p>
        </p:txBody>
      </p:sp>
      <p:sp>
        <p:nvSpPr>
          <p:cNvPr id="32" name="slide-index">
            <a:extLst xmlns:a="http://schemas.openxmlformats.org/drawingml/2006/main">
              <a:ext uri="{FF2B5EF4-FFF2-40B4-BE49-F238E27FC236}">
                <a16:creationId xmlns:a16="http://schemas.microsoft.com/office/drawing/2014/main" id="{E707021F-8406-4892-B87F-E82BF1AA91AB}"/>
              </a:ext>
            </a:extLst>
          </p:cNvPr>
          <p:cNvSpPr>
            <a:spLocks xmlns:a="http://schemas.openxmlformats.org/drawingml/2006/main" noGrp="1"/>
          </p:cNvSpPr>
          <p:nvPr/>
        </p:nvSpPr>
        <p:spPr>
          <a:xfrm xmlns:a="http://schemas.openxmlformats.org/drawingml/2006/main">
            <a:off x="10572750" y="352425"/>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1050" b="0">
                <a:solidFill>
                  <a:srgbClr val="858B84"/>
                </a:solidFill>
                <a:latin typeface="Courier New"/>
                <a:ea typeface="Courier New"/>
                <a:cs typeface="Courier New"/>
              </a:defRPr>
            </a:pPr>
            <a:r>
              <a:rPr sz="1050" b="0">
                <a:solidFill>
                  <a:srgbClr val="858B84"/>
                </a:solidFill>
                <a:latin typeface="Courier New"/>
                <a:ea typeface="Courier New"/>
                <a:cs typeface="Courier New"/>
              </a:rPr>
              <a:t>02 / 06</a:t>
            </a:r>
          </a:p>
        </p:txBody>
      </p:sp>
      <p:sp>
        <p:nvSpPr>
          <p:cNvPr id="33" name="event-footer">
            <a:extLst xmlns:a="http://schemas.openxmlformats.org/drawingml/2006/main">
              <a:ext uri="{FF2B5EF4-FFF2-40B4-BE49-F238E27FC236}">
                <a16:creationId xmlns:a16="http://schemas.microsoft.com/office/drawing/2014/main" id="{28308D29-C5CF-4957-A84D-B0DCBC408F18}"/>
              </a:ext>
            </a:extLst>
          </p:cNvPr>
          <p:cNvSpPr>
            <a:spLocks xmlns:a="http://schemas.openxmlformats.org/drawingml/2006/main" noGrp="1"/>
          </p:cNvSpPr>
          <p:nvPr/>
        </p:nvSpPr>
        <p:spPr>
          <a:xfrm xmlns:a="http://schemas.openxmlformats.org/drawingml/2006/main">
            <a:off x="381000" y="6467475"/>
            <a:ext cx="4572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0">
                <a:solidFill>
                  <a:srgbClr val="858B84"/>
                </a:solidFill>
                <a:latin typeface="Courier New"/>
                <a:ea typeface="Courier New"/>
                <a:cs typeface="Courier New"/>
              </a:defRPr>
            </a:pPr>
            <a:r>
              <a:rPr sz="900" b="0">
                <a:solidFill>
                  <a:srgbClr val="858B84"/>
                </a:solidFill>
                <a:latin typeface="Courier New"/>
                <a:ea typeface="Courier New"/>
                <a:cs typeface="Courier New"/>
              </a:rPr>
              <a:t>RAINGENTIC COMMERCE · RAIN + MONAD</a:t>
            </a:r>
          </a:p>
        </p:txBody>
      </p:sp>
      <p:sp>
        <p:nvSpPr>
          <p:cNvPr id="34" name="honesty-footer">
            <a:extLst xmlns:a="http://schemas.openxmlformats.org/drawingml/2006/main">
              <a:ext uri="{FF2B5EF4-FFF2-40B4-BE49-F238E27FC236}">
                <a16:creationId xmlns:a16="http://schemas.microsoft.com/office/drawing/2014/main" id="{D05032BC-C8B2-4B34-ADCF-53A77D130256}"/>
              </a:ext>
            </a:extLst>
          </p:cNvPr>
          <p:cNvSpPr>
            <a:spLocks xmlns:a="http://schemas.openxmlformats.org/drawingml/2006/main" noGrp="1"/>
          </p:cNvSpPr>
          <p:nvPr/>
        </p:nvSpPr>
        <p:spPr>
          <a:xfrm xmlns:a="http://schemas.openxmlformats.org/drawingml/2006/main">
            <a:off x="6934200" y="6467475"/>
            <a:ext cx="4876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0">
                <a:solidFill>
                  <a:srgbClr val="858B84"/>
                </a:solidFill>
                <a:latin typeface="Courier New"/>
                <a:ea typeface="Courier New"/>
                <a:cs typeface="Courier New"/>
              </a:defRPr>
            </a:pPr>
            <a:r>
              <a:rPr sz="900" b="0">
                <a:solidFill>
                  <a:srgbClr val="858B84"/>
                </a:solidFill>
                <a:latin typeface="Courier New"/>
                <a:ea typeface="Courier New"/>
                <a:cs typeface="Courier New"/>
              </a:rPr>
              <a:t>SANDBOX / TESTNET CLAIMS REQUIRE RENDERED EVIDENCE</a:t>
            </a:r>
          </a:p>
        </p:txBody>
      </p:sp>
      <p:sp>
        <p:nvSpPr>
          <p:cNvPr id="35" name="eyebrow">
            <a:extLst xmlns:a="http://schemas.openxmlformats.org/drawingml/2006/main">
              <a:ext uri="{FF2B5EF4-FFF2-40B4-BE49-F238E27FC236}">
                <a16:creationId xmlns:a16="http://schemas.microsoft.com/office/drawing/2014/main" id="{816800E4-D4B0-4349-95FD-5EA36AFCAA97}"/>
              </a:ext>
            </a:extLst>
          </p:cNvPr>
          <p:cNvSpPr>
            <a:spLocks xmlns:a="http://schemas.openxmlformats.org/drawingml/2006/main" noGrp="1"/>
          </p:cNvSpPr>
          <p:nvPr/>
        </p:nvSpPr>
        <p:spPr>
          <a:xfrm xmlns:a="http://schemas.openxmlformats.org/drawingml/2006/main">
            <a:off x="381000" y="1123950"/>
            <a:ext cx="533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125" b="1">
                <a:solidFill>
                  <a:srgbClr val="C7F52F"/>
                </a:solidFill>
                <a:latin typeface="Courier New"/>
                <a:ea typeface="Courier New"/>
                <a:cs typeface="Courier New"/>
              </a:defRPr>
            </a:pPr>
            <a:r>
              <a:rPr sz="1125" b="1">
                <a:solidFill>
                  <a:srgbClr val="C7F52F"/>
                </a:solidFill>
                <a:latin typeface="Courier New"/>
                <a:ea typeface="Courier New"/>
                <a:cs typeface="Courier New"/>
              </a:rPr>
              <a:t>01 / RESERVE</a:t>
            </a:r>
          </a:p>
        </p:txBody>
      </p:sp>
      <p:sp>
        <p:nvSpPr>
          <p:cNvPr id="36" name="slide-title">
            <a:extLst xmlns:a="http://schemas.openxmlformats.org/drawingml/2006/main">
              <a:ext uri="{FF2B5EF4-FFF2-40B4-BE49-F238E27FC236}">
                <a16:creationId xmlns:a16="http://schemas.microsoft.com/office/drawing/2014/main" id="{1C5EB835-C439-4DBE-BDA2-F97EA3E5F6A5}"/>
              </a:ext>
            </a:extLst>
          </p:cNvPr>
          <p:cNvSpPr>
            <a:spLocks xmlns:a="http://schemas.openxmlformats.org/drawingml/2006/main" noGrp="1"/>
          </p:cNvSpPr>
          <p:nvPr/>
        </p:nvSpPr>
        <p:spPr>
          <a:xfrm xmlns:a="http://schemas.openxmlformats.org/drawingml/2006/main">
            <a:off x="381000" y="1409700"/>
            <a:ext cx="10858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3750" b="1">
                <a:solidFill>
                  <a:srgbClr val="F1EFE5"/>
                </a:solidFill>
                <a:latin typeface="Arial Black"/>
                <a:ea typeface="Arial Black"/>
                <a:cs typeface="Arial Black"/>
              </a:defRPr>
            </a:pPr>
            <a:r>
              <a:rPr sz="3750" b="1">
                <a:solidFill>
                  <a:srgbClr val="F1EFE5"/>
                </a:solidFill>
                <a:latin typeface="Arial Black"/>
                <a:ea typeface="Arial Black"/>
                <a:cs typeface="Arial Black"/>
              </a:rPr>
              <a:t>FULL MSRP FIRST. MARKET SECOND.</a:t>
            </a:r>
          </a:p>
        </p:txBody>
      </p:sp>
      <p:sp>
        <p:nvSpPr>
          <p:cNvPr id="37" name="reserved-total">
            <a:extLst xmlns:a="http://schemas.openxmlformats.org/drawingml/2006/main">
              <a:ext uri="{FF2B5EF4-FFF2-40B4-BE49-F238E27FC236}">
                <a16:creationId xmlns:a16="http://schemas.microsoft.com/office/drawing/2014/main" id="{58F148DD-49DB-4320-8E10-F0A09C7FC861}"/>
              </a:ext>
            </a:extLst>
          </p:cNvPr>
          <p:cNvSpPr>
            <a:spLocks xmlns:a="http://schemas.openxmlformats.org/drawingml/2006/main" noGrp="1"/>
          </p:cNvSpPr>
          <p:nvPr/>
        </p:nvSpPr>
        <p:spPr>
          <a:xfrm xmlns:a="http://schemas.openxmlformats.org/drawingml/2006/main">
            <a:off x="400050" y="2419350"/>
            <a:ext cx="31432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5025" b="1">
                <a:solidFill>
                  <a:srgbClr val="F1EFE5"/>
                </a:solidFill>
                <a:latin typeface="Arial Black"/>
                <a:ea typeface="Arial Black"/>
                <a:cs typeface="Arial Black"/>
              </a:defRPr>
            </a:pPr>
            <a:r>
              <a:rPr sz="5025" b="1">
                <a:solidFill>
                  <a:srgbClr val="F1EFE5"/>
                </a:solidFill>
                <a:latin typeface="Arial Black"/>
                <a:ea typeface="Arial Black"/>
                <a:cs typeface="Arial Black"/>
              </a:rPr>
              <a:t>$5,748</a:t>
            </a:r>
          </a:p>
        </p:txBody>
      </p:sp>
      <p:sp>
        <p:nvSpPr>
          <p:cNvPr id="38" name="reserve-status">
            <a:extLst xmlns:a="http://schemas.openxmlformats.org/drawingml/2006/main">
              <a:ext uri="{FF2B5EF4-FFF2-40B4-BE49-F238E27FC236}">
                <a16:creationId xmlns:a16="http://schemas.microsoft.com/office/drawing/2014/main" id="{E98109D8-04C9-450D-99C8-F3DFBD1D21F4}"/>
              </a:ext>
            </a:extLst>
          </p:cNvPr>
          <p:cNvSpPr>
            <a:spLocks xmlns:a="http://schemas.openxmlformats.org/drawingml/2006/main" noGrp="1"/>
          </p:cNvSpPr>
          <p:nvPr/>
        </p:nvSpPr>
        <p:spPr>
          <a:xfrm xmlns:a="http://schemas.openxmlformats.org/drawingml/2006/main">
            <a:off x="457200" y="3314700"/>
            <a:ext cx="3429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350" b="0">
                <a:solidFill>
                  <a:srgbClr val="C7F52F"/>
                </a:solidFill>
                <a:latin typeface="Courier New"/>
                <a:ea typeface="Courier New"/>
                <a:cs typeface="Courier New"/>
              </a:defRPr>
            </a:pPr>
            <a:r>
              <a:rPr sz="1350" b="0">
                <a:solidFill>
                  <a:srgbClr val="C7F52F"/>
                </a:solidFill>
                <a:latin typeface="Courier New"/>
                <a:ea typeface="Courier New"/>
                <a:cs typeface="Courier New"/>
              </a:rPr>
              <a:t>AVAILABLE → RESERVED</a:t>
            </a:r>
          </a:p>
        </p:txBody>
      </p:sp>
      <p:sp>
        <p:nvSpPr>
          <p:cNvPr id="39" name="reserve-explanation">
            <a:extLst xmlns:a="http://schemas.openxmlformats.org/drawingml/2006/main">
              <a:ext uri="{FF2B5EF4-FFF2-40B4-BE49-F238E27FC236}">
                <a16:creationId xmlns:a16="http://schemas.microsoft.com/office/drawing/2014/main" id="{6DFF502A-2A7E-4E70-B3FA-DF941EC5344D}"/>
              </a:ext>
            </a:extLst>
          </p:cNvPr>
          <p:cNvSpPr>
            <a:spLocks xmlns:a="http://schemas.openxmlformats.org/drawingml/2006/main" noGrp="1"/>
          </p:cNvSpPr>
          <p:nvPr/>
        </p:nvSpPr>
        <p:spPr>
          <a:xfrm xmlns:a="http://schemas.openxmlformats.org/drawingml/2006/main">
            <a:off x="457200" y="3762375"/>
            <a:ext cx="40957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5000"/>
              </a:lnSpc>
              <a:buNone/>
              <a:defRPr sz="1500" b="0">
                <a:solidFill>
                  <a:srgbClr val="D3D1C8"/>
                </a:solidFill>
                <a:latin typeface="Arial"/>
                <a:ea typeface="Arial"/>
                <a:cs typeface="Arial"/>
              </a:defRPr>
            </a:pPr>
            <a:r>
              <a:rPr sz="1500" b="0">
                <a:solidFill>
                  <a:srgbClr val="D3D1C8"/>
                </a:solidFill>
                <a:latin typeface="Arial"/>
                <a:ea typeface="Arial"/>
                <a:cs typeface="Arial"/>
              </a:rPr>
              <a:t>MSRP × quantity must be available before a buyer joins.</a:t>
            </a:r>
          </a:p>
          <a:p xmlns:a="http://schemas.openxmlformats.org/drawingml/2006/main">
            <a:pPr algn="l">
              <a:lnSpc>
                <a:spcPct val="115000"/>
              </a:lnSpc>
              <a:buNone/>
              <a:defRPr sz="1500" b="0">
                <a:solidFill>
                  <a:srgbClr val="D3D1C8"/>
                </a:solidFill>
                <a:latin typeface="Arial"/>
                <a:ea typeface="Arial"/>
                <a:cs typeface="Arial"/>
              </a:defRPr>
            </a:pPr>
            <a:r>
              <a:rPr sz="1500" b="0">
                <a:solidFill>
                  <a:srgbClr val="D3D1C8"/>
                </a:solidFill>
                <a:latin typeface="Arial"/>
                <a:ea typeface="Arial"/>
                <a:cs typeface="Arial"/>
              </a:rPr>
              <a:t>Leaving before cutoff releases that reservation exactly once.</a:t>
            </a:r>
          </a:p>
        </p:txBody>
      </p:sp>
      <p:sp>
        <p:nvSpPr>
          <p:cNvPr id="40" name="allocation-baseline">
            <a:extLst xmlns:a="http://schemas.openxmlformats.org/drawingml/2006/main">
              <a:ext uri="{FF2B5EF4-FFF2-40B4-BE49-F238E27FC236}">
                <a16:creationId xmlns:a16="http://schemas.microsoft.com/office/drawing/2014/main" id="{72BFDFD5-316E-4D86-B9D0-0B8DEE6F113D}"/>
              </a:ext>
            </a:extLst>
          </p:cNvPr>
          <p:cNvSpPr>
            <a:spLocks xmlns:a="http://schemas.openxmlformats.org/drawingml/2006/main" noGrp="1"/>
          </p:cNvSpPr>
          <p:nvPr/>
        </p:nvSpPr>
        <p:spPr>
          <a:xfrm xmlns:a="http://schemas.openxmlformats.org/drawingml/2006/main">
            <a:off x="4857750" y="2781300"/>
            <a:ext cx="6210300" cy="0"/>
          </a:xfrm>
          <a:prstGeom xmlns:a="http://schemas.openxmlformats.org/drawingml/2006/main" prst="line">
            <a:avLst/>
          </a:prstGeom>
          <a:noFill xmlns:a="http://schemas.openxmlformats.org/drawingml/2006/main"/>
          <a:ln xmlns:a="http://schemas.openxmlformats.org/drawingml/2006/main" w="19050">
            <a:solidFill>
              <a:srgbClr val="252A26"/>
            </a:solidFill>
            <a:prstDash val="solid"/>
          </a:ln>
        </p:spPr>
      </p:sp>
      <p:sp>
        <p:nvSpPr>
          <p:cNvPr id="41" name="buyer-index-0">
            <a:extLst xmlns:a="http://schemas.openxmlformats.org/drawingml/2006/main">
              <a:ext uri="{FF2B5EF4-FFF2-40B4-BE49-F238E27FC236}">
                <a16:creationId xmlns:a16="http://schemas.microsoft.com/office/drawing/2014/main" id="{B17DE3E0-FD4F-4983-987B-36A408BE6395}"/>
              </a:ext>
            </a:extLst>
          </p:cNvPr>
          <p:cNvSpPr>
            <a:spLocks xmlns:a="http://schemas.openxmlformats.org/drawingml/2006/main" noGrp="1"/>
          </p:cNvSpPr>
          <p:nvPr/>
        </p:nvSpPr>
        <p:spPr>
          <a:xfrm xmlns:a="http://schemas.openxmlformats.org/drawingml/2006/main">
            <a:off x="4857750" y="2381250"/>
            <a:ext cx="3238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125" b="0">
                <a:solidFill>
                  <a:srgbClr val="858B84"/>
                </a:solidFill>
                <a:latin typeface="Courier New"/>
                <a:ea typeface="Courier New"/>
                <a:cs typeface="Courier New"/>
              </a:defRPr>
            </a:pPr>
            <a:r>
              <a:rPr sz="1125" b="0">
                <a:solidFill>
                  <a:srgbClr val="858B84"/>
                </a:solidFill>
                <a:latin typeface="Courier New"/>
                <a:ea typeface="Courier New"/>
                <a:cs typeface="Courier New"/>
              </a:rPr>
              <a:t>01</a:t>
            </a:r>
          </a:p>
        </p:txBody>
      </p:sp>
      <p:sp>
        <p:nvSpPr>
          <p:cNvPr id="42" name="buyer-name-0">
            <a:extLst xmlns:a="http://schemas.openxmlformats.org/drawingml/2006/main">
              <a:ext uri="{FF2B5EF4-FFF2-40B4-BE49-F238E27FC236}">
                <a16:creationId xmlns:a16="http://schemas.microsoft.com/office/drawing/2014/main" id="{FCD87217-7A45-4B46-AA8A-E3CC2144127F}"/>
              </a:ext>
            </a:extLst>
          </p:cNvPr>
          <p:cNvSpPr>
            <a:spLocks xmlns:a="http://schemas.openxmlformats.org/drawingml/2006/main" noGrp="1"/>
          </p:cNvSpPr>
          <p:nvPr/>
        </p:nvSpPr>
        <p:spPr>
          <a:xfrm xmlns:a="http://schemas.openxmlformats.org/drawingml/2006/main">
            <a:off x="5314950" y="2381250"/>
            <a:ext cx="1809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275" b="0">
                <a:solidFill>
                  <a:srgbClr val="D3D1C8"/>
                </a:solidFill>
                <a:latin typeface="Courier New"/>
                <a:ea typeface="Courier New"/>
                <a:cs typeface="Courier New"/>
              </a:defRPr>
            </a:pPr>
            <a:r>
              <a:rPr sz="1275" b="0">
                <a:solidFill>
                  <a:srgbClr val="D3D1C8"/>
                </a:solidFill>
                <a:latin typeface="Courier New"/>
                <a:ea typeface="Courier New"/>
                <a:cs typeface="Courier New"/>
              </a:rPr>
              <a:t>HARBOR LABS</a:t>
            </a:r>
          </a:p>
        </p:txBody>
      </p:sp>
      <p:sp>
        <p:nvSpPr>
          <p:cNvPr id="43" name="buyer-qty-0">
            <a:extLst xmlns:a="http://schemas.openxmlformats.org/drawingml/2006/main">
              <a:ext uri="{FF2B5EF4-FFF2-40B4-BE49-F238E27FC236}">
                <a16:creationId xmlns:a16="http://schemas.microsoft.com/office/drawing/2014/main" id="{F4AD45C5-8A5B-4C6F-8C14-93C251208A2B}"/>
              </a:ext>
            </a:extLst>
          </p:cNvPr>
          <p:cNvSpPr>
            <a:spLocks xmlns:a="http://schemas.openxmlformats.org/drawingml/2006/main" noGrp="1"/>
          </p:cNvSpPr>
          <p:nvPr/>
        </p:nvSpPr>
        <p:spPr>
          <a:xfrm xmlns:a="http://schemas.openxmlformats.org/drawingml/2006/main">
            <a:off x="9715500" y="2381250"/>
            <a:ext cx="1047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1275" b="0">
                <a:solidFill>
                  <a:srgbClr val="F1EFE5"/>
                </a:solidFill>
                <a:latin typeface="Courier New"/>
                <a:ea typeface="Courier New"/>
                <a:cs typeface="Courier New"/>
              </a:defRPr>
            </a:pPr>
            <a:r>
              <a:rPr sz="1275" b="0">
                <a:solidFill>
                  <a:srgbClr val="F1EFE5"/>
                </a:solidFill>
                <a:latin typeface="Courier New"/>
                <a:ea typeface="Courier New"/>
                <a:cs typeface="Courier New"/>
              </a:rPr>
              <a:t>3 UNITS</a:t>
            </a:r>
          </a:p>
        </p:txBody>
      </p:sp>
      <p:sp>
        <p:nvSpPr>
          <p:cNvPr id="44" name="buyer-amount-0">
            <a:extLst xmlns:a="http://schemas.openxmlformats.org/drawingml/2006/main">
              <a:ext uri="{FF2B5EF4-FFF2-40B4-BE49-F238E27FC236}">
                <a16:creationId xmlns:a16="http://schemas.microsoft.com/office/drawing/2014/main" id="{A7ABA114-ABC5-4127-AE14-227258B7F023}"/>
              </a:ext>
            </a:extLst>
          </p:cNvPr>
          <p:cNvSpPr>
            <a:spLocks xmlns:a="http://schemas.openxmlformats.org/drawingml/2006/main" noGrp="1"/>
          </p:cNvSpPr>
          <p:nvPr/>
        </p:nvSpPr>
        <p:spPr>
          <a:xfrm xmlns:a="http://schemas.openxmlformats.org/drawingml/2006/main">
            <a:off x="10839450" y="2381250"/>
            <a:ext cx="971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1275" b="0">
                <a:solidFill>
                  <a:srgbClr val="C7F52F"/>
                </a:solidFill>
                <a:latin typeface="Courier New"/>
                <a:ea typeface="Courier New"/>
                <a:cs typeface="Courier New"/>
              </a:defRPr>
            </a:pPr>
            <a:r>
              <a:rPr sz="1275" b="0">
                <a:solidFill>
                  <a:srgbClr val="C7F52F"/>
                </a:solidFill>
                <a:latin typeface="Courier New"/>
                <a:ea typeface="Courier New"/>
                <a:cs typeface="Courier New"/>
              </a:rPr>
              <a:t>$1,437</a:t>
            </a:r>
          </a:p>
        </p:txBody>
      </p:sp>
      <p:sp>
        <p:nvSpPr>
          <p:cNvPr id="45" name="buyer-bar-0">
            <a:extLst xmlns:a="http://schemas.openxmlformats.org/drawingml/2006/main">
              <a:ext uri="{FF2B5EF4-FFF2-40B4-BE49-F238E27FC236}">
                <a16:creationId xmlns:a16="http://schemas.microsoft.com/office/drawing/2014/main" id="{72E481BE-313D-47C1-8B7A-71B89C84B3B9}"/>
              </a:ext>
            </a:extLst>
          </p:cNvPr>
          <p:cNvSpPr>
            <a:spLocks xmlns:a="http://schemas.openxmlformats.org/drawingml/2006/main" noGrp="1"/>
          </p:cNvSpPr>
          <p:nvPr/>
        </p:nvSpPr>
        <p:spPr>
          <a:xfrm xmlns:a="http://schemas.openxmlformats.org/drawingml/2006/main">
            <a:off x="5314950" y="2705100"/>
            <a:ext cx="1943100" cy="133350"/>
          </a:xfrm>
          <a:prstGeom xmlns:a="http://schemas.openxmlformats.org/drawingml/2006/main" prst="rect">
            <a:avLst/>
          </a:prstGeom>
          <a:solidFill xmlns:a="http://schemas.openxmlformats.org/drawingml/2006/main">
            <a:srgbClr val="C7F52F"/>
          </a:solidFill>
          <a:ln xmlns:a="http://schemas.openxmlformats.org/drawingml/2006/main" w="0">
            <a:noFill/>
            <a:prstDash val="solid"/>
          </a:ln>
        </p:spPr>
      </p:sp>
      <p:sp>
        <p:nvSpPr>
          <p:cNvPr id="46" name="buyer-bar-tail-0">
            <a:extLst xmlns:a="http://schemas.openxmlformats.org/drawingml/2006/main">
              <a:ext uri="{FF2B5EF4-FFF2-40B4-BE49-F238E27FC236}">
                <a16:creationId xmlns:a16="http://schemas.microsoft.com/office/drawing/2014/main" id="{5698FAD8-24DF-41A6-9414-4BCCD16B30D2}"/>
              </a:ext>
            </a:extLst>
          </p:cNvPr>
          <p:cNvSpPr>
            <a:spLocks xmlns:a="http://schemas.openxmlformats.org/drawingml/2006/main" noGrp="1"/>
          </p:cNvSpPr>
          <p:nvPr/>
        </p:nvSpPr>
        <p:spPr>
          <a:xfrm xmlns:a="http://schemas.openxmlformats.org/drawingml/2006/main">
            <a:off x="7258050" y="2705100"/>
            <a:ext cx="1295400" cy="133350"/>
          </a:xfrm>
          <a:prstGeom xmlns:a="http://schemas.openxmlformats.org/drawingml/2006/main" prst="rect">
            <a:avLst/>
          </a:prstGeom>
          <a:solidFill xmlns:a="http://schemas.openxmlformats.org/drawingml/2006/main">
            <a:srgbClr val="252A26"/>
          </a:solidFill>
          <a:ln xmlns:a="http://schemas.openxmlformats.org/drawingml/2006/main" w="0">
            <a:noFill/>
            <a:prstDash val="solid"/>
          </a:ln>
        </p:spPr>
      </p:sp>
      <p:sp>
        <p:nvSpPr>
          <p:cNvPr id="47" name="buyer-index-1">
            <a:extLst xmlns:a="http://schemas.openxmlformats.org/drawingml/2006/main">
              <a:ext uri="{FF2B5EF4-FFF2-40B4-BE49-F238E27FC236}">
                <a16:creationId xmlns:a16="http://schemas.microsoft.com/office/drawing/2014/main" id="{FD289058-5213-47B2-87BA-CA6AE1AE0A6D}"/>
              </a:ext>
            </a:extLst>
          </p:cNvPr>
          <p:cNvSpPr>
            <a:spLocks xmlns:a="http://schemas.openxmlformats.org/drawingml/2006/main" noGrp="1"/>
          </p:cNvSpPr>
          <p:nvPr/>
        </p:nvSpPr>
        <p:spPr>
          <a:xfrm xmlns:a="http://schemas.openxmlformats.org/drawingml/2006/main">
            <a:off x="4857750" y="3276600"/>
            <a:ext cx="3238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125" b="0">
                <a:solidFill>
                  <a:srgbClr val="858B84"/>
                </a:solidFill>
                <a:latin typeface="Courier New"/>
                <a:ea typeface="Courier New"/>
                <a:cs typeface="Courier New"/>
              </a:defRPr>
            </a:pPr>
            <a:r>
              <a:rPr sz="1125" b="0">
                <a:solidFill>
                  <a:srgbClr val="858B84"/>
                </a:solidFill>
                <a:latin typeface="Courier New"/>
                <a:ea typeface="Courier New"/>
                <a:cs typeface="Courier New"/>
              </a:rPr>
              <a:t>02</a:t>
            </a:r>
          </a:p>
        </p:txBody>
      </p:sp>
      <p:sp>
        <p:nvSpPr>
          <p:cNvPr id="48" name="buyer-name-1">
            <a:extLst xmlns:a="http://schemas.openxmlformats.org/drawingml/2006/main">
              <a:ext uri="{FF2B5EF4-FFF2-40B4-BE49-F238E27FC236}">
                <a16:creationId xmlns:a16="http://schemas.microsoft.com/office/drawing/2014/main" id="{18EEEEA2-2270-4EDF-9857-F22A318D5868}"/>
              </a:ext>
            </a:extLst>
          </p:cNvPr>
          <p:cNvSpPr>
            <a:spLocks xmlns:a="http://schemas.openxmlformats.org/drawingml/2006/main" noGrp="1"/>
          </p:cNvSpPr>
          <p:nvPr/>
        </p:nvSpPr>
        <p:spPr>
          <a:xfrm xmlns:a="http://schemas.openxmlformats.org/drawingml/2006/main">
            <a:off x="5314950" y="3276600"/>
            <a:ext cx="1809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275" b="0">
                <a:solidFill>
                  <a:srgbClr val="D3D1C8"/>
                </a:solidFill>
                <a:latin typeface="Courier New"/>
                <a:ea typeface="Courier New"/>
                <a:cs typeface="Courier New"/>
              </a:defRPr>
            </a:pPr>
            <a:r>
              <a:rPr sz="1275" b="0">
                <a:solidFill>
                  <a:srgbClr val="D3D1C8"/>
                </a:solidFill>
                <a:latin typeface="Courier New"/>
                <a:ea typeface="Courier New"/>
                <a:cs typeface="Courier New"/>
              </a:rPr>
              <a:t>PATCHWORK AI</a:t>
            </a:r>
          </a:p>
        </p:txBody>
      </p:sp>
      <p:sp>
        <p:nvSpPr>
          <p:cNvPr id="49" name="buyer-qty-1">
            <a:extLst xmlns:a="http://schemas.openxmlformats.org/drawingml/2006/main">
              <a:ext uri="{FF2B5EF4-FFF2-40B4-BE49-F238E27FC236}">
                <a16:creationId xmlns:a16="http://schemas.microsoft.com/office/drawing/2014/main" id="{F4A95715-2ED7-4764-A7B3-C8476845E5B9}"/>
              </a:ext>
            </a:extLst>
          </p:cNvPr>
          <p:cNvSpPr>
            <a:spLocks xmlns:a="http://schemas.openxmlformats.org/drawingml/2006/main" noGrp="1"/>
          </p:cNvSpPr>
          <p:nvPr/>
        </p:nvSpPr>
        <p:spPr>
          <a:xfrm xmlns:a="http://schemas.openxmlformats.org/drawingml/2006/main">
            <a:off x="9715500" y="3276600"/>
            <a:ext cx="1047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1275" b="0">
                <a:solidFill>
                  <a:srgbClr val="F1EFE5"/>
                </a:solidFill>
                <a:latin typeface="Courier New"/>
                <a:ea typeface="Courier New"/>
                <a:cs typeface="Courier New"/>
              </a:defRPr>
            </a:pPr>
            <a:r>
              <a:rPr sz="1275" b="0">
                <a:solidFill>
                  <a:srgbClr val="F1EFE5"/>
                </a:solidFill>
                <a:latin typeface="Courier New"/>
                <a:ea typeface="Courier New"/>
                <a:cs typeface="Courier New"/>
              </a:rPr>
              <a:t>4 UNITS</a:t>
            </a:r>
          </a:p>
        </p:txBody>
      </p:sp>
      <p:sp>
        <p:nvSpPr>
          <p:cNvPr id="50" name="buyer-amount-1">
            <a:extLst xmlns:a="http://schemas.openxmlformats.org/drawingml/2006/main">
              <a:ext uri="{FF2B5EF4-FFF2-40B4-BE49-F238E27FC236}">
                <a16:creationId xmlns:a16="http://schemas.microsoft.com/office/drawing/2014/main" id="{34B54360-1979-40FF-98DF-E703C7D272F0}"/>
              </a:ext>
            </a:extLst>
          </p:cNvPr>
          <p:cNvSpPr>
            <a:spLocks xmlns:a="http://schemas.openxmlformats.org/drawingml/2006/main" noGrp="1"/>
          </p:cNvSpPr>
          <p:nvPr/>
        </p:nvSpPr>
        <p:spPr>
          <a:xfrm xmlns:a="http://schemas.openxmlformats.org/drawingml/2006/main">
            <a:off x="10839450" y="3276600"/>
            <a:ext cx="971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1275" b="0">
                <a:solidFill>
                  <a:srgbClr val="C7F52F"/>
                </a:solidFill>
                <a:latin typeface="Courier New"/>
                <a:ea typeface="Courier New"/>
                <a:cs typeface="Courier New"/>
              </a:defRPr>
            </a:pPr>
            <a:r>
              <a:rPr sz="1275" b="0">
                <a:solidFill>
                  <a:srgbClr val="C7F52F"/>
                </a:solidFill>
                <a:latin typeface="Courier New"/>
                <a:ea typeface="Courier New"/>
                <a:cs typeface="Courier New"/>
              </a:rPr>
              <a:t>$1,916</a:t>
            </a:r>
          </a:p>
        </p:txBody>
      </p:sp>
      <p:sp>
        <p:nvSpPr>
          <p:cNvPr id="51" name="buyer-bar-1">
            <a:extLst xmlns:a="http://schemas.openxmlformats.org/drawingml/2006/main">
              <a:ext uri="{FF2B5EF4-FFF2-40B4-BE49-F238E27FC236}">
                <a16:creationId xmlns:a16="http://schemas.microsoft.com/office/drawing/2014/main" id="{4D85DCEA-D2E3-4526-A73E-B0D9EBE2C974}"/>
              </a:ext>
            </a:extLst>
          </p:cNvPr>
          <p:cNvSpPr>
            <a:spLocks xmlns:a="http://schemas.openxmlformats.org/drawingml/2006/main" noGrp="1"/>
          </p:cNvSpPr>
          <p:nvPr/>
        </p:nvSpPr>
        <p:spPr>
          <a:xfrm xmlns:a="http://schemas.openxmlformats.org/drawingml/2006/main">
            <a:off x="5314950" y="3600450"/>
            <a:ext cx="2590800" cy="133350"/>
          </a:xfrm>
          <a:prstGeom xmlns:a="http://schemas.openxmlformats.org/drawingml/2006/main" prst="rect">
            <a:avLst/>
          </a:prstGeom>
          <a:solidFill xmlns:a="http://schemas.openxmlformats.org/drawingml/2006/main">
            <a:srgbClr val="C7F52F"/>
          </a:solidFill>
          <a:ln xmlns:a="http://schemas.openxmlformats.org/drawingml/2006/main" w="0">
            <a:noFill/>
            <a:prstDash val="solid"/>
          </a:ln>
        </p:spPr>
      </p:sp>
      <p:sp>
        <p:nvSpPr>
          <p:cNvPr id="52" name="buyer-bar-tail-1">
            <a:extLst xmlns:a="http://schemas.openxmlformats.org/drawingml/2006/main">
              <a:ext uri="{FF2B5EF4-FFF2-40B4-BE49-F238E27FC236}">
                <a16:creationId xmlns:a16="http://schemas.microsoft.com/office/drawing/2014/main" id="{386B6D67-CB99-4382-AA0D-39E3E41252EA}"/>
              </a:ext>
            </a:extLst>
          </p:cNvPr>
          <p:cNvSpPr>
            <a:spLocks xmlns:a="http://schemas.openxmlformats.org/drawingml/2006/main" noGrp="1"/>
          </p:cNvSpPr>
          <p:nvPr/>
        </p:nvSpPr>
        <p:spPr>
          <a:xfrm xmlns:a="http://schemas.openxmlformats.org/drawingml/2006/main">
            <a:off x="7905750" y="3600450"/>
            <a:ext cx="647700" cy="133350"/>
          </a:xfrm>
          <a:prstGeom xmlns:a="http://schemas.openxmlformats.org/drawingml/2006/main" prst="rect">
            <a:avLst/>
          </a:prstGeom>
          <a:solidFill xmlns:a="http://schemas.openxmlformats.org/drawingml/2006/main">
            <a:srgbClr val="252A26"/>
          </a:solidFill>
          <a:ln xmlns:a="http://schemas.openxmlformats.org/drawingml/2006/main" w="0">
            <a:noFill/>
            <a:prstDash val="solid"/>
          </a:ln>
        </p:spPr>
      </p:sp>
      <p:sp>
        <p:nvSpPr>
          <p:cNvPr id="53" name="buyer-index-2">
            <a:extLst xmlns:a="http://schemas.openxmlformats.org/drawingml/2006/main">
              <a:ext uri="{FF2B5EF4-FFF2-40B4-BE49-F238E27FC236}">
                <a16:creationId xmlns:a16="http://schemas.microsoft.com/office/drawing/2014/main" id="{5A47DBAF-4835-483A-A91E-8A9D1BB0520C}"/>
              </a:ext>
            </a:extLst>
          </p:cNvPr>
          <p:cNvSpPr>
            <a:spLocks xmlns:a="http://schemas.openxmlformats.org/drawingml/2006/main" noGrp="1"/>
          </p:cNvSpPr>
          <p:nvPr/>
        </p:nvSpPr>
        <p:spPr>
          <a:xfrm xmlns:a="http://schemas.openxmlformats.org/drawingml/2006/main">
            <a:off x="4857750" y="4171950"/>
            <a:ext cx="3238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125" b="0">
                <a:solidFill>
                  <a:srgbClr val="858B84"/>
                </a:solidFill>
                <a:latin typeface="Courier New"/>
                <a:ea typeface="Courier New"/>
                <a:cs typeface="Courier New"/>
              </a:defRPr>
            </a:pPr>
            <a:r>
              <a:rPr sz="1125" b="0">
                <a:solidFill>
                  <a:srgbClr val="858B84"/>
                </a:solidFill>
                <a:latin typeface="Courier New"/>
                <a:ea typeface="Courier New"/>
                <a:cs typeface="Courier New"/>
              </a:rPr>
              <a:t>03</a:t>
            </a:r>
          </a:p>
        </p:txBody>
      </p:sp>
      <p:sp>
        <p:nvSpPr>
          <p:cNvPr id="54" name="buyer-name-2">
            <a:extLst xmlns:a="http://schemas.openxmlformats.org/drawingml/2006/main">
              <a:ext uri="{FF2B5EF4-FFF2-40B4-BE49-F238E27FC236}">
                <a16:creationId xmlns:a16="http://schemas.microsoft.com/office/drawing/2014/main" id="{FE666838-57AF-45D4-919F-076C27064BB5}"/>
              </a:ext>
            </a:extLst>
          </p:cNvPr>
          <p:cNvSpPr>
            <a:spLocks xmlns:a="http://schemas.openxmlformats.org/drawingml/2006/main" noGrp="1"/>
          </p:cNvSpPr>
          <p:nvPr/>
        </p:nvSpPr>
        <p:spPr>
          <a:xfrm xmlns:a="http://schemas.openxmlformats.org/drawingml/2006/main">
            <a:off x="5314950" y="4171950"/>
            <a:ext cx="1809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275" b="0">
                <a:solidFill>
                  <a:srgbClr val="D3D1C8"/>
                </a:solidFill>
                <a:latin typeface="Courier New"/>
                <a:ea typeface="Courier New"/>
                <a:cs typeface="Courier New"/>
              </a:defRPr>
            </a:pPr>
            <a:r>
              <a:rPr sz="1275" b="0">
                <a:solidFill>
                  <a:srgbClr val="D3D1C8"/>
                </a:solidFill>
                <a:latin typeface="Courier New"/>
                <a:ea typeface="Courier New"/>
                <a:cs typeface="Courier New"/>
              </a:rPr>
              <a:t>KERNEL WORKS</a:t>
            </a:r>
          </a:p>
        </p:txBody>
      </p:sp>
      <p:sp>
        <p:nvSpPr>
          <p:cNvPr id="55" name="buyer-qty-2">
            <a:extLst xmlns:a="http://schemas.openxmlformats.org/drawingml/2006/main">
              <a:ext uri="{FF2B5EF4-FFF2-40B4-BE49-F238E27FC236}">
                <a16:creationId xmlns:a16="http://schemas.microsoft.com/office/drawing/2014/main" id="{69F33A24-430C-42A8-8FB2-ED82B63D4DC5}"/>
              </a:ext>
            </a:extLst>
          </p:cNvPr>
          <p:cNvSpPr>
            <a:spLocks xmlns:a="http://schemas.openxmlformats.org/drawingml/2006/main" noGrp="1"/>
          </p:cNvSpPr>
          <p:nvPr/>
        </p:nvSpPr>
        <p:spPr>
          <a:xfrm xmlns:a="http://schemas.openxmlformats.org/drawingml/2006/main">
            <a:off x="9715500" y="4171950"/>
            <a:ext cx="1047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1275" b="0">
                <a:solidFill>
                  <a:srgbClr val="F1EFE5"/>
                </a:solidFill>
                <a:latin typeface="Courier New"/>
                <a:ea typeface="Courier New"/>
                <a:cs typeface="Courier New"/>
              </a:defRPr>
            </a:pPr>
            <a:r>
              <a:rPr sz="1275" b="0">
                <a:solidFill>
                  <a:srgbClr val="F1EFE5"/>
                </a:solidFill>
                <a:latin typeface="Courier New"/>
                <a:ea typeface="Courier New"/>
                <a:cs typeface="Courier New"/>
              </a:rPr>
              <a:t>5 UNITS</a:t>
            </a:r>
          </a:p>
        </p:txBody>
      </p:sp>
      <p:sp>
        <p:nvSpPr>
          <p:cNvPr id="56" name="buyer-amount-2">
            <a:extLst xmlns:a="http://schemas.openxmlformats.org/drawingml/2006/main">
              <a:ext uri="{FF2B5EF4-FFF2-40B4-BE49-F238E27FC236}">
                <a16:creationId xmlns:a16="http://schemas.microsoft.com/office/drawing/2014/main" id="{CE1414D5-5A90-4D9C-A42D-8E1BDE1ADD84}"/>
              </a:ext>
            </a:extLst>
          </p:cNvPr>
          <p:cNvSpPr>
            <a:spLocks xmlns:a="http://schemas.openxmlformats.org/drawingml/2006/main" noGrp="1"/>
          </p:cNvSpPr>
          <p:nvPr/>
        </p:nvSpPr>
        <p:spPr>
          <a:xfrm xmlns:a="http://schemas.openxmlformats.org/drawingml/2006/main">
            <a:off x="10839450" y="4171950"/>
            <a:ext cx="971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1275" b="0">
                <a:solidFill>
                  <a:srgbClr val="C7F52F"/>
                </a:solidFill>
                <a:latin typeface="Courier New"/>
                <a:ea typeface="Courier New"/>
                <a:cs typeface="Courier New"/>
              </a:defRPr>
            </a:pPr>
            <a:r>
              <a:rPr sz="1275" b="0">
                <a:solidFill>
                  <a:srgbClr val="C7F52F"/>
                </a:solidFill>
                <a:latin typeface="Courier New"/>
                <a:ea typeface="Courier New"/>
                <a:cs typeface="Courier New"/>
              </a:rPr>
              <a:t>$2,395</a:t>
            </a:r>
          </a:p>
        </p:txBody>
      </p:sp>
      <p:sp>
        <p:nvSpPr>
          <p:cNvPr id="57" name="buyer-bar-2">
            <a:extLst xmlns:a="http://schemas.openxmlformats.org/drawingml/2006/main">
              <a:ext uri="{FF2B5EF4-FFF2-40B4-BE49-F238E27FC236}">
                <a16:creationId xmlns:a16="http://schemas.microsoft.com/office/drawing/2014/main" id="{6899A051-681B-4ED4-9EB2-4EB5D21B367F}"/>
              </a:ext>
            </a:extLst>
          </p:cNvPr>
          <p:cNvSpPr>
            <a:spLocks xmlns:a="http://schemas.openxmlformats.org/drawingml/2006/main" noGrp="1"/>
          </p:cNvSpPr>
          <p:nvPr/>
        </p:nvSpPr>
        <p:spPr>
          <a:xfrm xmlns:a="http://schemas.openxmlformats.org/drawingml/2006/main">
            <a:off x="5314950" y="4495800"/>
            <a:ext cx="3238500" cy="133350"/>
          </a:xfrm>
          <a:prstGeom xmlns:a="http://schemas.openxmlformats.org/drawingml/2006/main" prst="rect">
            <a:avLst/>
          </a:prstGeom>
          <a:solidFill xmlns:a="http://schemas.openxmlformats.org/drawingml/2006/main">
            <a:srgbClr val="C7F52F"/>
          </a:solidFill>
          <a:ln xmlns:a="http://schemas.openxmlformats.org/drawingml/2006/main" w="0">
            <a:noFill/>
            <a:prstDash val="solid"/>
          </a:ln>
        </p:spPr>
      </p:sp>
      <p:sp>
        <p:nvSpPr>
          <p:cNvPr id="58" name="buyer-bar-tail-2">
            <a:extLst xmlns:a="http://schemas.openxmlformats.org/drawingml/2006/main">
              <a:ext uri="{FF2B5EF4-FFF2-40B4-BE49-F238E27FC236}">
                <a16:creationId xmlns:a16="http://schemas.microsoft.com/office/drawing/2014/main" id="{D4037A2D-D4F7-4721-942B-55AEBCE6D0F6}"/>
              </a:ext>
            </a:extLst>
          </p:cNvPr>
          <p:cNvSpPr>
            <a:spLocks xmlns:a="http://schemas.openxmlformats.org/drawingml/2006/main" noGrp="1"/>
          </p:cNvSpPr>
          <p:nvPr/>
        </p:nvSpPr>
        <p:spPr>
          <a:xfrm xmlns:a="http://schemas.openxmlformats.org/drawingml/2006/main">
            <a:off x="8553450" y="4495800"/>
            <a:ext cx="0" cy="133350"/>
          </a:xfrm>
          <a:prstGeom xmlns:a="http://schemas.openxmlformats.org/drawingml/2006/main" prst="rect">
            <a:avLst/>
          </a:prstGeom>
          <a:solidFill xmlns:a="http://schemas.openxmlformats.org/drawingml/2006/main">
            <a:srgbClr val="252A26"/>
          </a:solidFill>
          <a:ln xmlns:a="http://schemas.openxmlformats.org/drawingml/2006/main" w="0">
            <a:noFill/>
            <a:prstDash val="solid"/>
          </a:ln>
        </p:spPr>
      </p:sp>
      <p:sp>
        <p:nvSpPr>
          <p:cNvPr id="59" name="excluded-rule">
            <a:extLst xmlns:a="http://schemas.openxmlformats.org/drawingml/2006/main">
              <a:ext uri="{FF2B5EF4-FFF2-40B4-BE49-F238E27FC236}">
                <a16:creationId xmlns:a16="http://schemas.microsoft.com/office/drawing/2014/main" id="{A1CEBBBC-DADF-4B72-9EDC-A588F423AA05}"/>
              </a:ext>
            </a:extLst>
          </p:cNvPr>
          <p:cNvSpPr>
            <a:spLocks xmlns:a="http://schemas.openxmlformats.org/drawingml/2006/main" noGrp="1"/>
          </p:cNvSpPr>
          <p:nvPr/>
        </p:nvSpPr>
        <p:spPr>
          <a:xfrm xmlns:a="http://schemas.openxmlformats.org/drawingml/2006/main">
            <a:off x="4857750" y="5067300"/>
            <a:ext cx="6953250" cy="0"/>
          </a:xfrm>
          <a:prstGeom xmlns:a="http://schemas.openxmlformats.org/drawingml/2006/main" prst="line">
            <a:avLst/>
          </a:prstGeom>
          <a:noFill xmlns:a="http://schemas.openxmlformats.org/drawingml/2006/main"/>
          <a:ln xmlns:a="http://schemas.openxmlformats.org/drawingml/2006/main" w="11430">
            <a:solidFill>
              <a:srgbClr val="252A26"/>
            </a:solidFill>
            <a:prstDash val="solid"/>
          </a:ln>
        </p:spPr>
      </p:sp>
      <p:sp>
        <p:nvSpPr>
          <p:cNvPr id="60" name="excluded-label">
            <a:extLst xmlns:a="http://schemas.openxmlformats.org/drawingml/2006/main">
              <a:ext uri="{FF2B5EF4-FFF2-40B4-BE49-F238E27FC236}">
                <a16:creationId xmlns:a16="http://schemas.microsoft.com/office/drawing/2014/main" id="{16C90CB0-56C5-48F6-BF50-FC610BF0C1B4}"/>
              </a:ext>
            </a:extLst>
          </p:cNvPr>
          <p:cNvSpPr>
            <a:spLocks xmlns:a="http://schemas.openxmlformats.org/drawingml/2006/main" noGrp="1"/>
          </p:cNvSpPr>
          <p:nvPr/>
        </p:nvSpPr>
        <p:spPr>
          <a:xfrm xmlns:a="http://schemas.openxmlformats.org/drawingml/2006/main">
            <a:off x="4857750" y="5257800"/>
            <a:ext cx="1047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200" b="1">
                <a:solidFill>
                  <a:srgbClr val="FF2B79"/>
                </a:solidFill>
                <a:latin typeface="Courier New"/>
                <a:ea typeface="Courier New"/>
                <a:cs typeface="Courier New"/>
              </a:defRPr>
            </a:pPr>
            <a:r>
              <a:rPr sz="1200" b="1">
                <a:solidFill>
                  <a:srgbClr val="FF2B79"/>
                </a:solidFill>
                <a:latin typeface="Courier New"/>
                <a:ea typeface="Courier New"/>
                <a:cs typeface="Courier New"/>
              </a:rPr>
              <a:t>EXCLUDED</a:t>
            </a:r>
          </a:p>
        </p:txBody>
      </p:sp>
      <p:sp>
        <p:nvSpPr>
          <p:cNvPr id="61" name="excluded-request">
            <a:extLst xmlns:a="http://schemas.openxmlformats.org/drawingml/2006/main">
              <a:ext uri="{FF2B5EF4-FFF2-40B4-BE49-F238E27FC236}">
                <a16:creationId xmlns:a16="http://schemas.microsoft.com/office/drawing/2014/main" id="{8DA29B58-F55F-405C-9312-ECEA28375FCC}"/>
              </a:ext>
            </a:extLst>
          </p:cNvPr>
          <p:cNvSpPr>
            <a:spLocks xmlns:a="http://schemas.openxmlformats.org/drawingml/2006/main" noGrp="1"/>
          </p:cNvSpPr>
          <p:nvPr/>
        </p:nvSpPr>
        <p:spPr>
          <a:xfrm xmlns:a="http://schemas.openxmlformats.org/drawingml/2006/main">
            <a:off x="6286500" y="5257800"/>
            <a:ext cx="2476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275" b="0">
                <a:solidFill>
                  <a:srgbClr val="D3D1C8"/>
                </a:solidFill>
                <a:latin typeface="Courier New"/>
                <a:ea typeface="Courier New"/>
                <a:cs typeface="Courier New"/>
              </a:defRPr>
            </a:pPr>
            <a:r>
              <a:rPr sz="1275" b="0">
                <a:solidFill>
                  <a:srgbClr val="D3D1C8"/>
                </a:solidFill>
                <a:latin typeface="Courier New"/>
                <a:ea typeface="Courier New"/>
                <a:cs typeface="Courier New"/>
              </a:rPr>
              <a:t>34" ULTRAWIDE REQUEST</a:t>
            </a:r>
          </a:p>
        </p:txBody>
      </p:sp>
      <p:sp>
        <p:nvSpPr>
          <p:cNvPr id="62" name="excluded-reason">
            <a:extLst xmlns:a="http://schemas.openxmlformats.org/drawingml/2006/main">
              <a:ext uri="{FF2B5EF4-FFF2-40B4-BE49-F238E27FC236}">
                <a16:creationId xmlns:a16="http://schemas.microsoft.com/office/drawing/2014/main" id="{9B99BC34-3F7F-4771-859A-2121361B2E81}"/>
              </a:ext>
            </a:extLst>
          </p:cNvPr>
          <p:cNvSpPr>
            <a:spLocks xmlns:a="http://schemas.openxmlformats.org/drawingml/2006/main" noGrp="1"/>
          </p:cNvSpPr>
          <p:nvPr/>
        </p:nvSpPr>
        <p:spPr>
          <a:xfrm xmlns:a="http://schemas.openxmlformats.org/drawingml/2006/main">
            <a:off x="9029700" y="5257800"/>
            <a:ext cx="2781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1200" b="0">
                <a:solidFill>
                  <a:srgbClr val="858B84"/>
                </a:solidFill>
                <a:latin typeface="Courier New"/>
                <a:ea typeface="Courier New"/>
                <a:cs typeface="Courier New"/>
              </a:defRPr>
            </a:pPr>
            <a:r>
              <a:rPr sz="1200" b="0">
                <a:solidFill>
                  <a:srgbClr val="858B84"/>
                </a:solidFill>
                <a:latin typeface="Courier New"/>
                <a:ea typeface="Courier New"/>
                <a:cs typeface="Courier New"/>
              </a:rPr>
              <a:t>FORM FACTOR ≠ PERMISSION</a:t>
            </a:r>
          </a:p>
        </p:txBody>
      </p:sp>
      <p:sp>
        <p:nvSpPr>
          <p:cNvPr id="63" name="sandbox-boundary-bg">
            <a:extLst xmlns:a="http://schemas.openxmlformats.org/drawingml/2006/main">
              <a:ext uri="{FF2B5EF4-FFF2-40B4-BE49-F238E27FC236}">
                <a16:creationId xmlns:a16="http://schemas.microsoft.com/office/drawing/2014/main" id="{EC972B5F-E8CB-453B-851C-CE392A9F8BA9}"/>
              </a:ext>
            </a:extLst>
          </p:cNvPr>
          <p:cNvSpPr>
            <a:spLocks xmlns:a="http://schemas.openxmlformats.org/drawingml/2006/main" noGrp="1"/>
          </p:cNvSpPr>
          <p:nvPr/>
        </p:nvSpPr>
        <p:spPr>
          <a:xfrm xmlns:a="http://schemas.openxmlformats.org/drawingml/2006/main">
            <a:off x="400050" y="5581650"/>
            <a:ext cx="11410950" cy="400050"/>
          </a:xfrm>
          <a:prstGeom xmlns:a="http://schemas.openxmlformats.org/drawingml/2006/main" prst="rect">
            <a:avLst/>
          </a:prstGeom>
          <a:solidFill xmlns:a="http://schemas.openxmlformats.org/drawingml/2006/main">
            <a:srgbClr val="2A101A"/>
          </a:solidFill>
          <a:ln xmlns:a="http://schemas.openxmlformats.org/drawingml/2006/main" w="11430">
            <a:solidFill>
              <a:srgbClr val="FF2B79"/>
            </a:solidFill>
            <a:prstDash val="solid"/>
          </a:ln>
        </p:spPr>
      </p:sp>
      <p:sp>
        <p:nvSpPr>
          <p:cNvPr id="64" name="boundary-label">
            <a:extLst xmlns:a="http://schemas.openxmlformats.org/drawingml/2006/main">
              <a:ext uri="{FF2B5EF4-FFF2-40B4-BE49-F238E27FC236}">
                <a16:creationId xmlns:a16="http://schemas.microsoft.com/office/drawing/2014/main" id="{1142FE25-519E-4028-8093-4E41A84955FC}"/>
              </a:ext>
            </a:extLst>
          </p:cNvPr>
          <p:cNvSpPr>
            <a:spLocks xmlns:a="http://schemas.openxmlformats.org/drawingml/2006/main" noGrp="1"/>
          </p:cNvSpPr>
          <p:nvPr/>
        </p:nvSpPr>
        <p:spPr>
          <a:xfrm xmlns:a="http://schemas.openxmlformats.org/drawingml/2006/main">
            <a:off x="571500" y="5686425"/>
            <a:ext cx="10001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50" b="1">
                <a:solidFill>
                  <a:srgbClr val="FF2B79"/>
                </a:solidFill>
                <a:latin typeface="Courier New"/>
                <a:ea typeface="Courier New"/>
                <a:cs typeface="Courier New"/>
              </a:defRPr>
            </a:pPr>
            <a:r>
              <a:rPr sz="1050" b="1">
                <a:solidFill>
                  <a:srgbClr val="FF2B79"/>
                </a:solidFill>
                <a:latin typeface="Courier New"/>
                <a:ea typeface="Courier New"/>
                <a:cs typeface="Courier New"/>
              </a:rPr>
              <a:t>BOUNDARY</a:t>
            </a:r>
          </a:p>
        </p:txBody>
      </p:sp>
      <p:sp>
        <p:nvSpPr>
          <p:cNvPr id="65" name="boundary-copy">
            <a:extLst xmlns:a="http://schemas.openxmlformats.org/drawingml/2006/main">
              <a:ext uri="{FF2B5EF4-FFF2-40B4-BE49-F238E27FC236}">
                <a16:creationId xmlns:a16="http://schemas.microsoft.com/office/drawing/2014/main" id="{B7891A4E-8627-41BB-AFB8-5B77DB5696B2}"/>
              </a:ext>
            </a:extLst>
          </p:cNvPr>
          <p:cNvSpPr>
            <a:spLocks xmlns:a="http://schemas.openxmlformats.org/drawingml/2006/main" noGrp="1"/>
          </p:cNvSpPr>
          <p:nvPr/>
        </p:nvSpPr>
        <p:spPr>
          <a:xfrm xmlns:a="http://schemas.openxmlformats.org/drawingml/2006/main">
            <a:off x="1752600" y="5676900"/>
            <a:ext cx="9525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275" b="0">
                <a:solidFill>
                  <a:srgbClr val="D3D1C8"/>
                </a:solidFill>
                <a:latin typeface="Courier New"/>
                <a:ea typeface="Courier New"/>
                <a:cs typeface="Courier New"/>
              </a:defRPr>
            </a:pPr>
            <a:r>
              <a:rPr sz="1275" b="0">
                <a:solidFill>
                  <a:srgbClr val="D3D1C8"/>
                </a:solidFill>
                <a:latin typeface="Courier New"/>
                <a:ea typeface="Courier New"/>
                <a:cs typeface="Courier New"/>
              </a:rPr>
              <a:t>Browser-local sandbox ledger — not custody, escrow, or a bank account.</a:t>
            </a:r>
          </a:p>
        </p:txBody>
      </p:sp>
    </p:spTree>
    <p:extLst>
      <p:ext uri="{BB962C8B-B14F-4D97-AF65-F5344CB8AC3E}">
        <p14:creationId xmlns:p14="http://schemas.microsoft.com/office/powerpoint/2010/main" val="494821893"/>
      </p:ext>
    </p:extLst>
  </p:cSld>
</p:sld>
</file>

<file path=ppt/slides/slide3.xml><?xml version="1.0" encoding="utf-8"?>
<p:sld xmlns:p="http://schemas.openxmlformats.org/presentationml/2006/main">
  <p:cSld>
    <p:bg>
      <p:bgPr>
        <a:solidFill xmlns:a="http://schemas.openxmlformats.org/drawingml/2006/main">
          <a:srgbClr val="080A09"/>
        </a:solidFill>
      </p:bgPr>
    </p:bg>
    <p:spTree>
      <p:nvGrpSpPr>
        <p:cNvPr id="1" name=""/>
        <p:cNvGrpSpPr/>
        <p:nvPr/>
      </p:nvGrpSpPr>
      <p:grpSpPr>
        <a:xfrm xmlns:a="http://schemas.openxmlformats.org/drawingml/2006/main"/>
      </p:grpSpPr>
      <p:sp>
        <p:nvSpPr>
          <p:cNvPr id="68" name="grid-v-40">
            <a:extLst xmlns:a="http://schemas.openxmlformats.org/drawingml/2006/main">
              <a:ext uri="{FF2B5EF4-FFF2-40B4-BE49-F238E27FC236}">
                <a16:creationId xmlns:a16="http://schemas.microsoft.com/office/drawing/2014/main" id="{542F7D48-6D45-4DE2-84E7-3D5F54992846}"/>
              </a:ext>
            </a:extLst>
          </p:cNvPr>
          <p:cNvSpPr>
            <a:spLocks xmlns:a="http://schemas.openxmlformats.org/drawingml/2006/main" noGrp="1"/>
          </p:cNvSpPr>
          <p:nvPr/>
        </p:nvSpPr>
        <p:spPr>
          <a:xfrm xmlns:a="http://schemas.openxmlformats.org/drawingml/2006/main">
            <a:off x="3810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 name="grid-v-104">
            <a:extLst xmlns:a="http://schemas.openxmlformats.org/drawingml/2006/main">
              <a:ext uri="{FF2B5EF4-FFF2-40B4-BE49-F238E27FC236}">
                <a16:creationId xmlns:a16="http://schemas.microsoft.com/office/drawing/2014/main" id="{1638A279-B3DE-4559-AE3E-6EF57D960D4B}"/>
              </a:ext>
            </a:extLst>
          </p:cNvPr>
          <p:cNvSpPr>
            <a:spLocks xmlns:a="http://schemas.openxmlformats.org/drawingml/2006/main" noGrp="1"/>
          </p:cNvSpPr>
          <p:nvPr/>
        </p:nvSpPr>
        <p:spPr>
          <a:xfrm xmlns:a="http://schemas.openxmlformats.org/drawingml/2006/main">
            <a:off x="9906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3" name="grid-v-168">
            <a:extLst xmlns:a="http://schemas.openxmlformats.org/drawingml/2006/main">
              <a:ext uri="{FF2B5EF4-FFF2-40B4-BE49-F238E27FC236}">
                <a16:creationId xmlns:a16="http://schemas.microsoft.com/office/drawing/2014/main" id="{46D8CAA4-E350-4494-8789-99C821E48401}"/>
              </a:ext>
            </a:extLst>
          </p:cNvPr>
          <p:cNvSpPr>
            <a:spLocks xmlns:a="http://schemas.openxmlformats.org/drawingml/2006/main" noGrp="1"/>
          </p:cNvSpPr>
          <p:nvPr/>
        </p:nvSpPr>
        <p:spPr>
          <a:xfrm xmlns:a="http://schemas.openxmlformats.org/drawingml/2006/main">
            <a:off x="16002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4" name="grid-v-232">
            <a:extLst xmlns:a="http://schemas.openxmlformats.org/drawingml/2006/main">
              <a:ext uri="{FF2B5EF4-FFF2-40B4-BE49-F238E27FC236}">
                <a16:creationId xmlns:a16="http://schemas.microsoft.com/office/drawing/2014/main" id="{E1658D73-7866-42CC-A1C1-B207D4DBEBC3}"/>
              </a:ext>
            </a:extLst>
          </p:cNvPr>
          <p:cNvSpPr>
            <a:spLocks xmlns:a="http://schemas.openxmlformats.org/drawingml/2006/main" noGrp="1"/>
          </p:cNvSpPr>
          <p:nvPr/>
        </p:nvSpPr>
        <p:spPr>
          <a:xfrm xmlns:a="http://schemas.openxmlformats.org/drawingml/2006/main">
            <a:off x="22098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5" name="grid-v-296">
            <a:extLst xmlns:a="http://schemas.openxmlformats.org/drawingml/2006/main">
              <a:ext uri="{FF2B5EF4-FFF2-40B4-BE49-F238E27FC236}">
                <a16:creationId xmlns:a16="http://schemas.microsoft.com/office/drawing/2014/main" id="{CD411BB4-C1E7-416C-B343-1938A1860468}"/>
              </a:ext>
            </a:extLst>
          </p:cNvPr>
          <p:cNvSpPr>
            <a:spLocks xmlns:a="http://schemas.openxmlformats.org/drawingml/2006/main" noGrp="1"/>
          </p:cNvSpPr>
          <p:nvPr/>
        </p:nvSpPr>
        <p:spPr>
          <a:xfrm xmlns:a="http://schemas.openxmlformats.org/drawingml/2006/main">
            <a:off x="28194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6" name="grid-v-360">
            <a:extLst xmlns:a="http://schemas.openxmlformats.org/drawingml/2006/main">
              <a:ext uri="{FF2B5EF4-FFF2-40B4-BE49-F238E27FC236}">
                <a16:creationId xmlns:a16="http://schemas.microsoft.com/office/drawing/2014/main" id="{11D2506C-BD3C-4089-9CBD-E81D85395682}"/>
              </a:ext>
            </a:extLst>
          </p:cNvPr>
          <p:cNvSpPr>
            <a:spLocks xmlns:a="http://schemas.openxmlformats.org/drawingml/2006/main" noGrp="1"/>
          </p:cNvSpPr>
          <p:nvPr/>
        </p:nvSpPr>
        <p:spPr>
          <a:xfrm xmlns:a="http://schemas.openxmlformats.org/drawingml/2006/main">
            <a:off x="34290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7" name="grid-v-424">
            <a:extLst xmlns:a="http://schemas.openxmlformats.org/drawingml/2006/main">
              <a:ext uri="{FF2B5EF4-FFF2-40B4-BE49-F238E27FC236}">
                <a16:creationId xmlns:a16="http://schemas.microsoft.com/office/drawing/2014/main" id="{654BEB20-6F77-41E6-9BB1-1F0F401A539E}"/>
              </a:ext>
            </a:extLst>
          </p:cNvPr>
          <p:cNvSpPr>
            <a:spLocks xmlns:a="http://schemas.openxmlformats.org/drawingml/2006/main" noGrp="1"/>
          </p:cNvSpPr>
          <p:nvPr/>
        </p:nvSpPr>
        <p:spPr>
          <a:xfrm xmlns:a="http://schemas.openxmlformats.org/drawingml/2006/main">
            <a:off x="40386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8" name="grid-v-488">
            <a:extLst xmlns:a="http://schemas.openxmlformats.org/drawingml/2006/main">
              <a:ext uri="{FF2B5EF4-FFF2-40B4-BE49-F238E27FC236}">
                <a16:creationId xmlns:a16="http://schemas.microsoft.com/office/drawing/2014/main" id="{05A26046-714F-4E97-BCBC-CF8322EF2E58}"/>
              </a:ext>
            </a:extLst>
          </p:cNvPr>
          <p:cNvSpPr>
            <a:spLocks xmlns:a="http://schemas.openxmlformats.org/drawingml/2006/main" noGrp="1"/>
          </p:cNvSpPr>
          <p:nvPr/>
        </p:nvSpPr>
        <p:spPr>
          <a:xfrm xmlns:a="http://schemas.openxmlformats.org/drawingml/2006/main">
            <a:off x="46482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9" name="grid-v-552">
            <a:extLst xmlns:a="http://schemas.openxmlformats.org/drawingml/2006/main">
              <a:ext uri="{FF2B5EF4-FFF2-40B4-BE49-F238E27FC236}">
                <a16:creationId xmlns:a16="http://schemas.microsoft.com/office/drawing/2014/main" id="{98414702-9BE8-4E1D-AA9B-4E93F2D4A1D5}"/>
              </a:ext>
            </a:extLst>
          </p:cNvPr>
          <p:cNvSpPr>
            <a:spLocks xmlns:a="http://schemas.openxmlformats.org/drawingml/2006/main" noGrp="1"/>
          </p:cNvSpPr>
          <p:nvPr/>
        </p:nvSpPr>
        <p:spPr>
          <a:xfrm xmlns:a="http://schemas.openxmlformats.org/drawingml/2006/main">
            <a:off x="52578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0" name="grid-v-616">
            <a:extLst xmlns:a="http://schemas.openxmlformats.org/drawingml/2006/main">
              <a:ext uri="{FF2B5EF4-FFF2-40B4-BE49-F238E27FC236}">
                <a16:creationId xmlns:a16="http://schemas.microsoft.com/office/drawing/2014/main" id="{B8481538-2EE6-455E-92DE-EB92B6D02538}"/>
              </a:ext>
            </a:extLst>
          </p:cNvPr>
          <p:cNvSpPr>
            <a:spLocks xmlns:a="http://schemas.openxmlformats.org/drawingml/2006/main" noGrp="1"/>
          </p:cNvSpPr>
          <p:nvPr/>
        </p:nvSpPr>
        <p:spPr>
          <a:xfrm xmlns:a="http://schemas.openxmlformats.org/drawingml/2006/main">
            <a:off x="58674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1" name="grid-v-680">
            <a:extLst xmlns:a="http://schemas.openxmlformats.org/drawingml/2006/main">
              <a:ext uri="{FF2B5EF4-FFF2-40B4-BE49-F238E27FC236}">
                <a16:creationId xmlns:a16="http://schemas.microsoft.com/office/drawing/2014/main" id="{DF18295B-8EEB-44F5-9CF9-38592863EB67}"/>
              </a:ext>
            </a:extLst>
          </p:cNvPr>
          <p:cNvSpPr>
            <a:spLocks xmlns:a="http://schemas.openxmlformats.org/drawingml/2006/main" noGrp="1"/>
          </p:cNvSpPr>
          <p:nvPr/>
        </p:nvSpPr>
        <p:spPr>
          <a:xfrm xmlns:a="http://schemas.openxmlformats.org/drawingml/2006/main">
            <a:off x="64770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2" name="grid-v-744">
            <a:extLst xmlns:a="http://schemas.openxmlformats.org/drawingml/2006/main">
              <a:ext uri="{FF2B5EF4-FFF2-40B4-BE49-F238E27FC236}">
                <a16:creationId xmlns:a16="http://schemas.microsoft.com/office/drawing/2014/main" id="{F0B74884-BA3F-4DB5-9B85-DCC8363B5503}"/>
              </a:ext>
            </a:extLst>
          </p:cNvPr>
          <p:cNvSpPr>
            <a:spLocks xmlns:a="http://schemas.openxmlformats.org/drawingml/2006/main" noGrp="1"/>
          </p:cNvSpPr>
          <p:nvPr/>
        </p:nvSpPr>
        <p:spPr>
          <a:xfrm xmlns:a="http://schemas.openxmlformats.org/drawingml/2006/main">
            <a:off x="70866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3" name="grid-v-808">
            <a:extLst xmlns:a="http://schemas.openxmlformats.org/drawingml/2006/main">
              <a:ext uri="{FF2B5EF4-FFF2-40B4-BE49-F238E27FC236}">
                <a16:creationId xmlns:a16="http://schemas.microsoft.com/office/drawing/2014/main" id="{DEF3ADD1-76BE-464F-8E7F-334AB6CC361A}"/>
              </a:ext>
            </a:extLst>
          </p:cNvPr>
          <p:cNvSpPr>
            <a:spLocks xmlns:a="http://schemas.openxmlformats.org/drawingml/2006/main" noGrp="1"/>
          </p:cNvSpPr>
          <p:nvPr/>
        </p:nvSpPr>
        <p:spPr>
          <a:xfrm xmlns:a="http://schemas.openxmlformats.org/drawingml/2006/main">
            <a:off x="76962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4" name="grid-v-872">
            <a:extLst xmlns:a="http://schemas.openxmlformats.org/drawingml/2006/main">
              <a:ext uri="{FF2B5EF4-FFF2-40B4-BE49-F238E27FC236}">
                <a16:creationId xmlns:a16="http://schemas.microsoft.com/office/drawing/2014/main" id="{38B365CB-FA49-4BE0-810D-FCB2E5D9377A}"/>
              </a:ext>
            </a:extLst>
          </p:cNvPr>
          <p:cNvSpPr>
            <a:spLocks xmlns:a="http://schemas.openxmlformats.org/drawingml/2006/main" noGrp="1"/>
          </p:cNvSpPr>
          <p:nvPr/>
        </p:nvSpPr>
        <p:spPr>
          <a:xfrm xmlns:a="http://schemas.openxmlformats.org/drawingml/2006/main">
            <a:off x="83058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5" name="grid-v-936">
            <a:extLst xmlns:a="http://schemas.openxmlformats.org/drawingml/2006/main">
              <a:ext uri="{FF2B5EF4-FFF2-40B4-BE49-F238E27FC236}">
                <a16:creationId xmlns:a16="http://schemas.microsoft.com/office/drawing/2014/main" id="{CBCB6315-BCE8-4B0B-889F-341BB7F459B7}"/>
              </a:ext>
            </a:extLst>
          </p:cNvPr>
          <p:cNvSpPr>
            <a:spLocks xmlns:a="http://schemas.openxmlformats.org/drawingml/2006/main" noGrp="1"/>
          </p:cNvSpPr>
          <p:nvPr/>
        </p:nvSpPr>
        <p:spPr>
          <a:xfrm xmlns:a="http://schemas.openxmlformats.org/drawingml/2006/main">
            <a:off x="89154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6" name="grid-v-1000">
            <a:extLst xmlns:a="http://schemas.openxmlformats.org/drawingml/2006/main">
              <a:ext uri="{FF2B5EF4-FFF2-40B4-BE49-F238E27FC236}">
                <a16:creationId xmlns:a16="http://schemas.microsoft.com/office/drawing/2014/main" id="{570381F2-3CE4-44A7-B325-2926441527AD}"/>
              </a:ext>
            </a:extLst>
          </p:cNvPr>
          <p:cNvSpPr>
            <a:spLocks xmlns:a="http://schemas.openxmlformats.org/drawingml/2006/main" noGrp="1"/>
          </p:cNvSpPr>
          <p:nvPr/>
        </p:nvSpPr>
        <p:spPr>
          <a:xfrm xmlns:a="http://schemas.openxmlformats.org/drawingml/2006/main">
            <a:off x="95250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7" name="grid-v-1064">
            <a:extLst xmlns:a="http://schemas.openxmlformats.org/drawingml/2006/main">
              <a:ext uri="{FF2B5EF4-FFF2-40B4-BE49-F238E27FC236}">
                <a16:creationId xmlns:a16="http://schemas.microsoft.com/office/drawing/2014/main" id="{D9CE7D4A-0FBD-484C-9080-92467E616D33}"/>
              </a:ext>
            </a:extLst>
          </p:cNvPr>
          <p:cNvSpPr>
            <a:spLocks xmlns:a="http://schemas.openxmlformats.org/drawingml/2006/main" noGrp="1"/>
          </p:cNvSpPr>
          <p:nvPr/>
        </p:nvSpPr>
        <p:spPr>
          <a:xfrm xmlns:a="http://schemas.openxmlformats.org/drawingml/2006/main">
            <a:off x="101346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8" name="grid-v-1128">
            <a:extLst xmlns:a="http://schemas.openxmlformats.org/drawingml/2006/main">
              <a:ext uri="{FF2B5EF4-FFF2-40B4-BE49-F238E27FC236}">
                <a16:creationId xmlns:a16="http://schemas.microsoft.com/office/drawing/2014/main" id="{F2388CB3-5C3C-464D-A7EB-DAD02FB97497}"/>
              </a:ext>
            </a:extLst>
          </p:cNvPr>
          <p:cNvSpPr>
            <a:spLocks xmlns:a="http://schemas.openxmlformats.org/drawingml/2006/main" noGrp="1"/>
          </p:cNvSpPr>
          <p:nvPr/>
        </p:nvSpPr>
        <p:spPr>
          <a:xfrm xmlns:a="http://schemas.openxmlformats.org/drawingml/2006/main">
            <a:off x="107442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9" name="grid-v-1192">
            <a:extLst xmlns:a="http://schemas.openxmlformats.org/drawingml/2006/main">
              <a:ext uri="{FF2B5EF4-FFF2-40B4-BE49-F238E27FC236}">
                <a16:creationId xmlns:a16="http://schemas.microsoft.com/office/drawing/2014/main" id="{B7AA5BB9-AE8B-4EBE-B929-A36D44514D23}"/>
              </a:ext>
            </a:extLst>
          </p:cNvPr>
          <p:cNvSpPr>
            <a:spLocks xmlns:a="http://schemas.openxmlformats.org/drawingml/2006/main" noGrp="1"/>
          </p:cNvSpPr>
          <p:nvPr/>
        </p:nvSpPr>
        <p:spPr>
          <a:xfrm xmlns:a="http://schemas.openxmlformats.org/drawingml/2006/main">
            <a:off x="113538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0" name="grid-h-112">
            <a:extLst xmlns:a="http://schemas.openxmlformats.org/drawingml/2006/main">
              <a:ext uri="{FF2B5EF4-FFF2-40B4-BE49-F238E27FC236}">
                <a16:creationId xmlns:a16="http://schemas.microsoft.com/office/drawing/2014/main" id="{159A5223-DC02-4247-8C26-5E0BA37C8588}"/>
              </a:ext>
            </a:extLst>
          </p:cNvPr>
          <p:cNvSpPr>
            <a:spLocks xmlns:a="http://schemas.openxmlformats.org/drawingml/2006/main" noGrp="1"/>
          </p:cNvSpPr>
          <p:nvPr/>
        </p:nvSpPr>
        <p:spPr>
          <a:xfrm xmlns:a="http://schemas.openxmlformats.org/drawingml/2006/main">
            <a:off x="381000" y="10668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1" name="grid-h-176">
            <a:extLst xmlns:a="http://schemas.openxmlformats.org/drawingml/2006/main">
              <a:ext uri="{FF2B5EF4-FFF2-40B4-BE49-F238E27FC236}">
                <a16:creationId xmlns:a16="http://schemas.microsoft.com/office/drawing/2014/main" id="{57FA03F4-9D98-4A79-BFAB-0B2F95323852}"/>
              </a:ext>
            </a:extLst>
          </p:cNvPr>
          <p:cNvSpPr>
            <a:spLocks xmlns:a="http://schemas.openxmlformats.org/drawingml/2006/main" noGrp="1"/>
          </p:cNvSpPr>
          <p:nvPr/>
        </p:nvSpPr>
        <p:spPr>
          <a:xfrm xmlns:a="http://schemas.openxmlformats.org/drawingml/2006/main">
            <a:off x="381000" y="16764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2" name="grid-h-240">
            <a:extLst xmlns:a="http://schemas.openxmlformats.org/drawingml/2006/main">
              <a:ext uri="{FF2B5EF4-FFF2-40B4-BE49-F238E27FC236}">
                <a16:creationId xmlns:a16="http://schemas.microsoft.com/office/drawing/2014/main" id="{D0A6510B-5D54-441F-81CF-3B8F200E8C79}"/>
              </a:ext>
            </a:extLst>
          </p:cNvPr>
          <p:cNvSpPr>
            <a:spLocks xmlns:a="http://schemas.openxmlformats.org/drawingml/2006/main" noGrp="1"/>
          </p:cNvSpPr>
          <p:nvPr/>
        </p:nvSpPr>
        <p:spPr>
          <a:xfrm xmlns:a="http://schemas.openxmlformats.org/drawingml/2006/main">
            <a:off x="381000" y="22860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3" name="grid-h-304">
            <a:extLst xmlns:a="http://schemas.openxmlformats.org/drawingml/2006/main">
              <a:ext uri="{FF2B5EF4-FFF2-40B4-BE49-F238E27FC236}">
                <a16:creationId xmlns:a16="http://schemas.microsoft.com/office/drawing/2014/main" id="{E01E04FC-4D74-4390-BA1C-E42B66D9D377}"/>
              </a:ext>
            </a:extLst>
          </p:cNvPr>
          <p:cNvSpPr>
            <a:spLocks xmlns:a="http://schemas.openxmlformats.org/drawingml/2006/main" noGrp="1"/>
          </p:cNvSpPr>
          <p:nvPr/>
        </p:nvSpPr>
        <p:spPr>
          <a:xfrm xmlns:a="http://schemas.openxmlformats.org/drawingml/2006/main">
            <a:off x="381000" y="28956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4" name="grid-h-368">
            <a:extLst xmlns:a="http://schemas.openxmlformats.org/drawingml/2006/main">
              <a:ext uri="{FF2B5EF4-FFF2-40B4-BE49-F238E27FC236}">
                <a16:creationId xmlns:a16="http://schemas.microsoft.com/office/drawing/2014/main" id="{E31A449B-ADAA-4D42-873C-A5FD9D459994}"/>
              </a:ext>
            </a:extLst>
          </p:cNvPr>
          <p:cNvSpPr>
            <a:spLocks xmlns:a="http://schemas.openxmlformats.org/drawingml/2006/main" noGrp="1"/>
          </p:cNvSpPr>
          <p:nvPr/>
        </p:nvSpPr>
        <p:spPr>
          <a:xfrm xmlns:a="http://schemas.openxmlformats.org/drawingml/2006/main">
            <a:off x="381000" y="35052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5" name="grid-h-432">
            <a:extLst xmlns:a="http://schemas.openxmlformats.org/drawingml/2006/main">
              <a:ext uri="{FF2B5EF4-FFF2-40B4-BE49-F238E27FC236}">
                <a16:creationId xmlns:a16="http://schemas.microsoft.com/office/drawing/2014/main" id="{69DCC2EE-B446-4C88-936C-7F71804E53CD}"/>
              </a:ext>
            </a:extLst>
          </p:cNvPr>
          <p:cNvSpPr>
            <a:spLocks xmlns:a="http://schemas.openxmlformats.org/drawingml/2006/main" noGrp="1"/>
          </p:cNvSpPr>
          <p:nvPr/>
        </p:nvSpPr>
        <p:spPr>
          <a:xfrm xmlns:a="http://schemas.openxmlformats.org/drawingml/2006/main">
            <a:off x="381000" y="41148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6" name="grid-h-496">
            <a:extLst xmlns:a="http://schemas.openxmlformats.org/drawingml/2006/main">
              <a:ext uri="{FF2B5EF4-FFF2-40B4-BE49-F238E27FC236}">
                <a16:creationId xmlns:a16="http://schemas.microsoft.com/office/drawing/2014/main" id="{DB252FFC-E406-4BE2-A0A5-B583BF7403CB}"/>
              </a:ext>
            </a:extLst>
          </p:cNvPr>
          <p:cNvSpPr>
            <a:spLocks xmlns:a="http://schemas.openxmlformats.org/drawingml/2006/main" noGrp="1"/>
          </p:cNvSpPr>
          <p:nvPr/>
        </p:nvSpPr>
        <p:spPr>
          <a:xfrm xmlns:a="http://schemas.openxmlformats.org/drawingml/2006/main">
            <a:off x="381000" y="47244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7" name="grid-h-560">
            <a:extLst xmlns:a="http://schemas.openxmlformats.org/drawingml/2006/main">
              <a:ext uri="{FF2B5EF4-FFF2-40B4-BE49-F238E27FC236}">
                <a16:creationId xmlns:a16="http://schemas.microsoft.com/office/drawing/2014/main" id="{09FD6310-C0C8-43E1-A4EA-39E99C908F6D}"/>
              </a:ext>
            </a:extLst>
          </p:cNvPr>
          <p:cNvSpPr>
            <a:spLocks xmlns:a="http://schemas.openxmlformats.org/drawingml/2006/main" noGrp="1"/>
          </p:cNvSpPr>
          <p:nvPr/>
        </p:nvSpPr>
        <p:spPr>
          <a:xfrm xmlns:a="http://schemas.openxmlformats.org/drawingml/2006/main">
            <a:off x="381000" y="53340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8" name="grid-h-624">
            <a:extLst xmlns:a="http://schemas.openxmlformats.org/drawingml/2006/main">
              <a:ext uri="{FF2B5EF4-FFF2-40B4-BE49-F238E27FC236}">
                <a16:creationId xmlns:a16="http://schemas.microsoft.com/office/drawing/2014/main" id="{4B092B7C-0671-4404-BE39-92073673EF41}"/>
              </a:ext>
            </a:extLst>
          </p:cNvPr>
          <p:cNvSpPr>
            <a:spLocks xmlns:a="http://schemas.openxmlformats.org/drawingml/2006/main" noGrp="1"/>
          </p:cNvSpPr>
          <p:nvPr/>
        </p:nvSpPr>
        <p:spPr>
          <a:xfrm xmlns:a="http://schemas.openxmlformats.org/drawingml/2006/main">
            <a:off x="381000" y="59436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9" name="top-rule">
            <a:extLst xmlns:a="http://schemas.openxmlformats.org/drawingml/2006/main">
              <a:ext uri="{FF2B5EF4-FFF2-40B4-BE49-F238E27FC236}">
                <a16:creationId xmlns:a16="http://schemas.microsoft.com/office/drawing/2014/main" id="{5AFD48B5-3DFD-40CE-B159-F798E4266A14}"/>
              </a:ext>
            </a:extLst>
          </p:cNvPr>
          <p:cNvSpPr>
            <a:spLocks xmlns:a="http://schemas.openxmlformats.org/drawingml/2006/main" noGrp="1"/>
          </p:cNvSpPr>
          <p:nvPr/>
        </p:nvSpPr>
        <p:spPr>
          <a:xfrm xmlns:a="http://schemas.openxmlformats.org/drawingml/2006/main">
            <a:off x="381000" y="876300"/>
            <a:ext cx="11430000" cy="0"/>
          </a:xfrm>
          <a:prstGeom xmlns:a="http://schemas.openxmlformats.org/drawingml/2006/main" prst="line">
            <a:avLst/>
          </a:prstGeom>
          <a:noFill xmlns:a="http://schemas.openxmlformats.org/drawingml/2006/main"/>
          <a:ln xmlns:a="http://schemas.openxmlformats.org/drawingml/2006/main" w="11430">
            <a:solidFill>
              <a:srgbClr val="252A26"/>
            </a:solidFill>
            <a:prstDash val="solid"/>
          </a:ln>
        </p:spPr>
      </p:sp>
      <p:sp>
        <p:nvSpPr>
          <p:cNvPr id="30" name="wordmark">
            <a:extLst xmlns:a="http://schemas.openxmlformats.org/drawingml/2006/main">
              <a:ext uri="{FF2B5EF4-FFF2-40B4-BE49-F238E27FC236}">
                <a16:creationId xmlns:a16="http://schemas.microsoft.com/office/drawing/2014/main" id="{DF6F55D1-F08C-49A3-B16B-3F6CE609374F}"/>
              </a:ext>
            </a:extLst>
          </p:cNvPr>
          <p:cNvSpPr>
            <a:spLocks xmlns:a="http://schemas.openxmlformats.org/drawingml/2006/main" noGrp="1"/>
          </p:cNvSpPr>
          <p:nvPr/>
        </p:nvSpPr>
        <p:spPr>
          <a:xfrm xmlns:a="http://schemas.openxmlformats.org/drawingml/2006/main">
            <a:off x="381000" y="228600"/>
            <a:ext cx="1714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2550" b="1">
                <a:solidFill>
                  <a:srgbClr val="F1EFE5"/>
                </a:solidFill>
                <a:latin typeface="Arial Black"/>
                <a:ea typeface="Arial Black"/>
                <a:cs typeface="Arial Black"/>
              </a:defRPr>
            </a:pPr>
            <a:r>
              <a:rPr sz="2550" b="1">
                <a:solidFill>
                  <a:srgbClr val="F1EFE5"/>
                </a:solidFill>
                <a:latin typeface="Arial Black"/>
                <a:ea typeface="Arial Black"/>
                <a:cs typeface="Arial Black"/>
              </a:rPr>
              <a:t>POOL</a:t>
            </a:r>
          </a:p>
        </p:txBody>
      </p:sp>
      <p:sp>
        <p:nvSpPr>
          <p:cNvPr id="31" name="environment-label">
            <a:extLst xmlns:a="http://schemas.openxmlformats.org/drawingml/2006/main">
              <a:ext uri="{FF2B5EF4-FFF2-40B4-BE49-F238E27FC236}">
                <a16:creationId xmlns:a16="http://schemas.microsoft.com/office/drawing/2014/main" id="{FCCF4965-374C-436A-B34C-F11C7AC167BF}"/>
              </a:ext>
            </a:extLst>
          </p:cNvPr>
          <p:cNvSpPr>
            <a:spLocks xmlns:a="http://schemas.openxmlformats.org/drawingml/2006/main" noGrp="1"/>
          </p:cNvSpPr>
          <p:nvPr/>
        </p:nvSpPr>
        <p:spPr>
          <a:xfrm xmlns:a="http://schemas.openxmlformats.org/drawingml/2006/main">
            <a:off x="4705350" y="352425"/>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0000"/>
              </a:lnSpc>
              <a:buNone/>
              <a:defRPr sz="1050" b="0">
                <a:solidFill>
                  <a:srgbClr val="858B84"/>
                </a:solidFill>
                <a:latin typeface="Courier New"/>
                <a:ea typeface="Courier New"/>
                <a:cs typeface="Courier New"/>
              </a:defRPr>
            </a:pPr>
            <a:r>
              <a:rPr sz="1050" b="0">
                <a:solidFill>
                  <a:srgbClr val="858B84"/>
                </a:solidFill>
                <a:latin typeface="Courier New"/>
                <a:ea typeface="Courier New"/>
                <a:cs typeface="Courier New"/>
              </a:rPr>
              <a:t>MONAD PROOF RAIL</a:t>
            </a:r>
          </a:p>
        </p:txBody>
      </p:sp>
      <p:sp>
        <p:nvSpPr>
          <p:cNvPr id="32" name="slide-index">
            <a:extLst xmlns:a="http://schemas.openxmlformats.org/drawingml/2006/main">
              <a:ext uri="{FF2B5EF4-FFF2-40B4-BE49-F238E27FC236}">
                <a16:creationId xmlns:a16="http://schemas.microsoft.com/office/drawing/2014/main" id="{AA24880E-79EE-46FD-873B-4A09AF44E9BE}"/>
              </a:ext>
            </a:extLst>
          </p:cNvPr>
          <p:cNvSpPr>
            <a:spLocks xmlns:a="http://schemas.openxmlformats.org/drawingml/2006/main" noGrp="1"/>
          </p:cNvSpPr>
          <p:nvPr/>
        </p:nvSpPr>
        <p:spPr>
          <a:xfrm xmlns:a="http://schemas.openxmlformats.org/drawingml/2006/main">
            <a:off x="10572750" y="352425"/>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1050" b="0">
                <a:solidFill>
                  <a:srgbClr val="858B84"/>
                </a:solidFill>
                <a:latin typeface="Courier New"/>
                <a:ea typeface="Courier New"/>
                <a:cs typeface="Courier New"/>
              </a:defRPr>
            </a:pPr>
            <a:r>
              <a:rPr sz="1050" b="0">
                <a:solidFill>
                  <a:srgbClr val="858B84"/>
                </a:solidFill>
                <a:latin typeface="Courier New"/>
                <a:ea typeface="Courier New"/>
                <a:cs typeface="Courier New"/>
              </a:rPr>
              <a:t>03 / 06</a:t>
            </a:r>
          </a:p>
        </p:txBody>
      </p:sp>
      <p:sp>
        <p:nvSpPr>
          <p:cNvPr id="33" name="event-footer">
            <a:extLst xmlns:a="http://schemas.openxmlformats.org/drawingml/2006/main">
              <a:ext uri="{FF2B5EF4-FFF2-40B4-BE49-F238E27FC236}">
                <a16:creationId xmlns:a16="http://schemas.microsoft.com/office/drawing/2014/main" id="{068E1014-C5A2-46AB-B9AD-05332E4EEBA0}"/>
              </a:ext>
            </a:extLst>
          </p:cNvPr>
          <p:cNvSpPr>
            <a:spLocks xmlns:a="http://schemas.openxmlformats.org/drawingml/2006/main" noGrp="1"/>
          </p:cNvSpPr>
          <p:nvPr/>
        </p:nvSpPr>
        <p:spPr>
          <a:xfrm xmlns:a="http://schemas.openxmlformats.org/drawingml/2006/main">
            <a:off x="381000" y="6467475"/>
            <a:ext cx="4572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0">
                <a:solidFill>
                  <a:srgbClr val="858B84"/>
                </a:solidFill>
                <a:latin typeface="Courier New"/>
                <a:ea typeface="Courier New"/>
                <a:cs typeface="Courier New"/>
              </a:defRPr>
            </a:pPr>
            <a:r>
              <a:rPr sz="900" b="0">
                <a:solidFill>
                  <a:srgbClr val="858B84"/>
                </a:solidFill>
                <a:latin typeface="Courier New"/>
                <a:ea typeface="Courier New"/>
                <a:cs typeface="Courier New"/>
              </a:rPr>
              <a:t>RAINGENTIC COMMERCE · RAIN + MONAD</a:t>
            </a:r>
          </a:p>
        </p:txBody>
      </p:sp>
      <p:sp>
        <p:nvSpPr>
          <p:cNvPr id="34" name="honesty-footer">
            <a:extLst xmlns:a="http://schemas.openxmlformats.org/drawingml/2006/main">
              <a:ext uri="{FF2B5EF4-FFF2-40B4-BE49-F238E27FC236}">
                <a16:creationId xmlns:a16="http://schemas.microsoft.com/office/drawing/2014/main" id="{A39B985E-8E22-4D20-B153-C3FBF8A3133F}"/>
              </a:ext>
            </a:extLst>
          </p:cNvPr>
          <p:cNvSpPr>
            <a:spLocks xmlns:a="http://schemas.openxmlformats.org/drawingml/2006/main" noGrp="1"/>
          </p:cNvSpPr>
          <p:nvPr/>
        </p:nvSpPr>
        <p:spPr>
          <a:xfrm xmlns:a="http://schemas.openxmlformats.org/drawingml/2006/main">
            <a:off x="6934200" y="6467475"/>
            <a:ext cx="4876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0">
                <a:solidFill>
                  <a:srgbClr val="858B84"/>
                </a:solidFill>
                <a:latin typeface="Courier New"/>
                <a:ea typeface="Courier New"/>
                <a:cs typeface="Courier New"/>
              </a:defRPr>
            </a:pPr>
            <a:r>
              <a:rPr sz="900" b="0">
                <a:solidFill>
                  <a:srgbClr val="858B84"/>
                </a:solidFill>
                <a:latin typeface="Courier New"/>
                <a:ea typeface="Courier New"/>
                <a:cs typeface="Courier New"/>
              </a:rPr>
              <a:t>SANDBOX / TESTNET CLAIMS REQUIRE RENDERED EVIDENCE</a:t>
            </a:r>
          </a:p>
        </p:txBody>
      </p:sp>
      <p:sp>
        <p:nvSpPr>
          <p:cNvPr id="35" name="eyebrow">
            <a:extLst xmlns:a="http://schemas.openxmlformats.org/drawingml/2006/main">
              <a:ext uri="{FF2B5EF4-FFF2-40B4-BE49-F238E27FC236}">
                <a16:creationId xmlns:a16="http://schemas.microsoft.com/office/drawing/2014/main" id="{52C4101C-E094-4015-A4BF-EB7C46E184ED}"/>
              </a:ext>
            </a:extLst>
          </p:cNvPr>
          <p:cNvSpPr>
            <a:spLocks xmlns:a="http://schemas.openxmlformats.org/drawingml/2006/main" noGrp="1"/>
          </p:cNvSpPr>
          <p:nvPr/>
        </p:nvSpPr>
        <p:spPr>
          <a:xfrm xmlns:a="http://schemas.openxmlformats.org/drawingml/2006/main">
            <a:off x="381000" y="1123950"/>
            <a:ext cx="533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125" b="1">
                <a:solidFill>
                  <a:srgbClr val="C7F52F"/>
                </a:solidFill>
                <a:latin typeface="Courier New"/>
                <a:ea typeface="Courier New"/>
                <a:cs typeface="Courier New"/>
              </a:defRPr>
            </a:pPr>
            <a:r>
              <a:rPr sz="1125" b="1">
                <a:solidFill>
                  <a:srgbClr val="C7F52F"/>
                </a:solidFill>
                <a:latin typeface="Courier New"/>
                <a:ea typeface="Courier New"/>
                <a:cs typeface="Courier New"/>
              </a:rPr>
              <a:t>02 / COMMIT</a:t>
            </a:r>
          </a:p>
        </p:txBody>
      </p:sp>
      <p:sp>
        <p:nvSpPr>
          <p:cNvPr id="36" name="slide-title">
            <a:extLst xmlns:a="http://schemas.openxmlformats.org/drawingml/2006/main">
              <a:ext uri="{FF2B5EF4-FFF2-40B4-BE49-F238E27FC236}">
                <a16:creationId xmlns:a16="http://schemas.microsoft.com/office/drawing/2014/main" id="{BCA13B1A-B3C5-41A6-B863-5665A28A91D9}"/>
              </a:ext>
            </a:extLst>
          </p:cNvPr>
          <p:cNvSpPr>
            <a:spLocks xmlns:a="http://schemas.openxmlformats.org/drawingml/2006/main" noGrp="1"/>
          </p:cNvSpPr>
          <p:nvPr/>
        </p:nvSpPr>
        <p:spPr>
          <a:xfrm xmlns:a="http://schemas.openxmlformats.org/drawingml/2006/main">
            <a:off x="381000" y="1409700"/>
            <a:ext cx="10858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3450" b="1">
                <a:solidFill>
                  <a:srgbClr val="F1EFE5"/>
                </a:solidFill>
                <a:latin typeface="Arial Black"/>
                <a:ea typeface="Arial Black"/>
                <a:cs typeface="Arial Black"/>
              </a:defRPr>
            </a:pPr>
            <a:r>
              <a:rPr sz="3450" b="1">
                <a:solidFill>
                  <a:srgbClr val="F1EFE5"/>
                </a:solidFill>
                <a:latin typeface="Arial Black"/>
                <a:ea typeface="Arial Black"/>
                <a:cs typeface="Arial Black"/>
              </a:rPr>
              <a:t>COMMIT FIRST. REGISTER OFFERS SECOND.</a:t>
            </a:r>
          </a:p>
        </p:txBody>
      </p:sp>
      <p:sp>
        <p:nvSpPr>
          <p:cNvPr id="37" name="sequence-rail">
            <a:extLst xmlns:a="http://schemas.openxmlformats.org/drawingml/2006/main">
              <a:ext uri="{FF2B5EF4-FFF2-40B4-BE49-F238E27FC236}">
                <a16:creationId xmlns:a16="http://schemas.microsoft.com/office/drawing/2014/main" id="{0EDAC86A-0982-42D3-9851-6ACF6B956BD3}"/>
              </a:ext>
            </a:extLst>
          </p:cNvPr>
          <p:cNvSpPr>
            <a:spLocks xmlns:a="http://schemas.openxmlformats.org/drawingml/2006/main" noGrp="1"/>
          </p:cNvSpPr>
          <p:nvPr/>
        </p:nvSpPr>
        <p:spPr>
          <a:xfrm xmlns:a="http://schemas.openxmlformats.org/drawingml/2006/main">
            <a:off x="1009650" y="3429000"/>
            <a:ext cx="10096500" cy="0"/>
          </a:xfrm>
          <a:prstGeom xmlns:a="http://schemas.openxmlformats.org/drawingml/2006/main" prst="line">
            <a:avLst/>
          </a:prstGeom>
          <a:noFill xmlns:a="http://schemas.openxmlformats.org/drawingml/2006/main"/>
          <a:ln xmlns:a="http://schemas.openxmlformats.org/drawingml/2006/main" w="38100">
            <a:solidFill>
              <a:srgbClr val="7C9920"/>
            </a:solidFill>
            <a:prstDash val="solid"/>
          </a:ln>
        </p:spPr>
      </p:sp>
      <p:sp>
        <p:nvSpPr>
          <p:cNvPr id="38" name="step-node-0">
            <a:extLst xmlns:a="http://schemas.openxmlformats.org/drawingml/2006/main">
              <a:ext uri="{FF2B5EF4-FFF2-40B4-BE49-F238E27FC236}">
                <a16:creationId xmlns:a16="http://schemas.microsoft.com/office/drawing/2014/main" id="{CF54E850-802B-47A4-B673-58C9612C7380}"/>
              </a:ext>
            </a:extLst>
          </p:cNvPr>
          <p:cNvSpPr>
            <a:spLocks xmlns:a="http://schemas.openxmlformats.org/drawingml/2006/main" noGrp="1"/>
          </p:cNvSpPr>
          <p:nvPr/>
        </p:nvSpPr>
        <p:spPr>
          <a:xfrm xmlns:a="http://schemas.openxmlformats.org/drawingml/2006/main">
            <a:off x="1266825" y="3152775"/>
            <a:ext cx="552450" cy="552450"/>
          </a:xfrm>
          <a:prstGeom xmlns:a="http://schemas.openxmlformats.org/drawingml/2006/main" prst="ellipse">
            <a:avLst/>
          </a:prstGeom>
          <a:solidFill xmlns:a="http://schemas.openxmlformats.org/drawingml/2006/main">
            <a:srgbClr val="080A09"/>
          </a:solidFill>
          <a:ln xmlns:a="http://schemas.openxmlformats.org/drawingml/2006/main" w="28575">
            <a:solidFill>
              <a:srgbClr val="F1EFE5"/>
            </a:solidFill>
            <a:prstDash val="solid"/>
          </a:ln>
        </p:spPr>
      </p:sp>
      <p:sp>
        <p:nvSpPr>
          <p:cNvPr id="39" name="step-number-0">
            <a:extLst xmlns:a="http://schemas.openxmlformats.org/drawingml/2006/main">
              <a:ext uri="{FF2B5EF4-FFF2-40B4-BE49-F238E27FC236}">
                <a16:creationId xmlns:a16="http://schemas.microsoft.com/office/drawing/2014/main" id="{2C0347B9-6FCB-43FD-B868-A4521F56EE15}"/>
              </a:ext>
            </a:extLst>
          </p:cNvPr>
          <p:cNvSpPr>
            <a:spLocks xmlns:a="http://schemas.openxmlformats.org/drawingml/2006/main" noGrp="1"/>
          </p:cNvSpPr>
          <p:nvPr/>
        </p:nvSpPr>
        <p:spPr>
          <a:xfrm xmlns:a="http://schemas.openxmlformats.org/drawingml/2006/main">
            <a:off x="1314450" y="3286125"/>
            <a:ext cx="457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0000"/>
              </a:lnSpc>
              <a:buNone/>
              <a:defRPr sz="1350" b="1">
                <a:solidFill>
                  <a:srgbClr val="F1EFE5"/>
                </a:solidFill>
                <a:latin typeface="Courier New"/>
                <a:ea typeface="Courier New"/>
                <a:cs typeface="Courier New"/>
              </a:defRPr>
            </a:pPr>
            <a:r>
              <a:rPr sz="1350" b="1">
                <a:solidFill>
                  <a:srgbClr val="F1EFE5"/>
                </a:solidFill>
                <a:latin typeface="Courier New"/>
                <a:ea typeface="Courier New"/>
                <a:cs typeface="Courier New"/>
              </a:rPr>
              <a:t>01</a:t>
            </a:r>
          </a:p>
        </p:txBody>
      </p:sp>
      <p:sp>
        <p:nvSpPr>
          <p:cNvPr id="40" name="step-title-0">
            <a:extLst xmlns:a="http://schemas.openxmlformats.org/drawingml/2006/main">
              <a:ext uri="{FF2B5EF4-FFF2-40B4-BE49-F238E27FC236}">
                <a16:creationId xmlns:a16="http://schemas.microsoft.com/office/drawing/2014/main" id="{C934EF04-244A-4422-B68A-E2C277C0E0B1}"/>
              </a:ext>
            </a:extLst>
          </p:cNvPr>
          <p:cNvSpPr>
            <a:spLocks xmlns:a="http://schemas.openxmlformats.org/drawingml/2006/main" noGrp="1"/>
          </p:cNvSpPr>
          <p:nvPr/>
        </p:nvSpPr>
        <p:spPr>
          <a:xfrm xmlns:a="http://schemas.openxmlformats.org/drawingml/2006/main">
            <a:off x="723900" y="3943350"/>
            <a:ext cx="16383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0000"/>
              </a:lnSpc>
              <a:buNone/>
              <a:defRPr sz="2025" b="1">
                <a:solidFill>
                  <a:srgbClr val="F1EFE5"/>
                </a:solidFill>
                <a:latin typeface="Arial Black"/>
                <a:ea typeface="Arial Black"/>
                <a:cs typeface="Arial Black"/>
              </a:defRPr>
            </a:pPr>
            <a:r>
              <a:rPr sz="2025" b="1">
                <a:solidFill>
                  <a:srgbClr val="F1EFE5"/>
                </a:solidFill>
                <a:latin typeface="Arial Black"/>
                <a:ea typeface="Arial Black"/>
                <a:cs typeface="Arial Black"/>
              </a:rPr>
              <a:t>RESERVE</a:t>
            </a:r>
          </a:p>
        </p:txBody>
      </p:sp>
      <p:sp>
        <p:nvSpPr>
          <p:cNvPr id="41" name="step-sub-0">
            <a:extLst xmlns:a="http://schemas.openxmlformats.org/drawingml/2006/main">
              <a:ext uri="{FF2B5EF4-FFF2-40B4-BE49-F238E27FC236}">
                <a16:creationId xmlns:a16="http://schemas.microsoft.com/office/drawing/2014/main" id="{17BB4153-3EFB-4096-9337-BB4FAA7105E1}"/>
              </a:ext>
            </a:extLst>
          </p:cNvPr>
          <p:cNvSpPr>
            <a:spLocks xmlns:a="http://schemas.openxmlformats.org/drawingml/2006/main" noGrp="1"/>
          </p:cNvSpPr>
          <p:nvPr/>
        </p:nvSpPr>
        <p:spPr>
          <a:xfrm xmlns:a="http://schemas.openxmlformats.org/drawingml/2006/main">
            <a:off x="723900" y="4371975"/>
            <a:ext cx="1638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0000"/>
              </a:lnSpc>
              <a:buNone/>
              <a:defRPr sz="1275" b="0">
                <a:solidFill>
                  <a:srgbClr val="858B84"/>
                </a:solidFill>
                <a:latin typeface="Courier New"/>
                <a:ea typeface="Courier New"/>
                <a:cs typeface="Courier New"/>
              </a:defRPr>
            </a:pPr>
            <a:r>
              <a:rPr sz="1275" b="0">
                <a:solidFill>
                  <a:srgbClr val="858B84"/>
                </a:solidFill>
                <a:latin typeface="Courier New"/>
                <a:ea typeface="Courier New"/>
                <a:cs typeface="Courier New"/>
              </a:rPr>
              <a:t>$5,748 fixture</a:t>
            </a:r>
          </a:p>
        </p:txBody>
      </p:sp>
      <p:sp>
        <p:nvSpPr>
          <p:cNvPr id="42" name="step-node-1">
            <a:extLst xmlns:a="http://schemas.openxmlformats.org/drawingml/2006/main">
              <a:ext uri="{FF2B5EF4-FFF2-40B4-BE49-F238E27FC236}">
                <a16:creationId xmlns:a16="http://schemas.microsoft.com/office/drawing/2014/main" id="{73A06E06-732E-4C13-8748-C9CDF8F40D37}"/>
              </a:ext>
            </a:extLst>
          </p:cNvPr>
          <p:cNvSpPr>
            <a:spLocks xmlns:a="http://schemas.openxmlformats.org/drawingml/2006/main" noGrp="1"/>
          </p:cNvSpPr>
          <p:nvPr/>
        </p:nvSpPr>
        <p:spPr>
          <a:xfrm xmlns:a="http://schemas.openxmlformats.org/drawingml/2006/main">
            <a:off x="3876675" y="3152775"/>
            <a:ext cx="552450" cy="552450"/>
          </a:xfrm>
          <a:prstGeom xmlns:a="http://schemas.openxmlformats.org/drawingml/2006/main" prst="ellipse">
            <a:avLst/>
          </a:prstGeom>
          <a:solidFill xmlns:a="http://schemas.openxmlformats.org/drawingml/2006/main">
            <a:srgbClr val="080A09"/>
          </a:solidFill>
          <a:ln xmlns:a="http://schemas.openxmlformats.org/drawingml/2006/main" w="28575">
            <a:solidFill>
              <a:srgbClr val="C7F52F"/>
            </a:solidFill>
            <a:prstDash val="solid"/>
          </a:ln>
        </p:spPr>
      </p:sp>
      <p:sp>
        <p:nvSpPr>
          <p:cNvPr id="43" name="step-number-1">
            <a:extLst xmlns:a="http://schemas.openxmlformats.org/drawingml/2006/main">
              <a:ext uri="{FF2B5EF4-FFF2-40B4-BE49-F238E27FC236}">
                <a16:creationId xmlns:a16="http://schemas.microsoft.com/office/drawing/2014/main" id="{D187B837-D886-4C19-B3AC-85224287446E}"/>
              </a:ext>
            </a:extLst>
          </p:cNvPr>
          <p:cNvSpPr>
            <a:spLocks xmlns:a="http://schemas.openxmlformats.org/drawingml/2006/main" noGrp="1"/>
          </p:cNvSpPr>
          <p:nvPr/>
        </p:nvSpPr>
        <p:spPr>
          <a:xfrm xmlns:a="http://schemas.openxmlformats.org/drawingml/2006/main">
            <a:off x="3924300" y="3286125"/>
            <a:ext cx="457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0000"/>
              </a:lnSpc>
              <a:buNone/>
              <a:defRPr sz="1350" b="1">
                <a:solidFill>
                  <a:srgbClr val="C7F52F"/>
                </a:solidFill>
                <a:latin typeface="Courier New"/>
                <a:ea typeface="Courier New"/>
                <a:cs typeface="Courier New"/>
              </a:defRPr>
            </a:pPr>
            <a:r>
              <a:rPr sz="1350" b="1">
                <a:solidFill>
                  <a:srgbClr val="C7F52F"/>
                </a:solidFill>
                <a:latin typeface="Courier New"/>
                <a:ea typeface="Courier New"/>
                <a:cs typeface="Courier New"/>
              </a:rPr>
              <a:t>02</a:t>
            </a:r>
          </a:p>
        </p:txBody>
      </p:sp>
      <p:sp>
        <p:nvSpPr>
          <p:cNvPr id="44" name="step-title-1">
            <a:extLst xmlns:a="http://schemas.openxmlformats.org/drawingml/2006/main">
              <a:ext uri="{FF2B5EF4-FFF2-40B4-BE49-F238E27FC236}">
                <a16:creationId xmlns:a16="http://schemas.microsoft.com/office/drawing/2014/main" id="{1E7E7CDF-711D-4DB4-A292-CF56B6E261DC}"/>
              </a:ext>
            </a:extLst>
          </p:cNvPr>
          <p:cNvSpPr>
            <a:spLocks xmlns:a="http://schemas.openxmlformats.org/drawingml/2006/main" noGrp="1"/>
          </p:cNvSpPr>
          <p:nvPr/>
        </p:nvSpPr>
        <p:spPr>
          <a:xfrm xmlns:a="http://schemas.openxmlformats.org/drawingml/2006/main">
            <a:off x="3333750" y="3943350"/>
            <a:ext cx="16383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0000"/>
              </a:lnSpc>
              <a:buNone/>
              <a:defRPr sz="2025" b="1">
                <a:solidFill>
                  <a:srgbClr val="C7F52F"/>
                </a:solidFill>
                <a:latin typeface="Arial Black"/>
                <a:ea typeface="Arial Black"/>
                <a:cs typeface="Arial Black"/>
              </a:defRPr>
            </a:pPr>
            <a:r>
              <a:rPr sz="2025" b="1">
                <a:solidFill>
                  <a:srgbClr val="C7F52F"/>
                </a:solidFill>
                <a:latin typeface="Arial Black"/>
                <a:ea typeface="Arial Black"/>
                <a:cs typeface="Arial Black"/>
              </a:rPr>
              <a:t>COMMIT</a:t>
            </a:r>
          </a:p>
        </p:txBody>
      </p:sp>
      <p:sp>
        <p:nvSpPr>
          <p:cNvPr id="45" name="step-sub-1">
            <a:extLst xmlns:a="http://schemas.openxmlformats.org/drawingml/2006/main">
              <a:ext uri="{FF2B5EF4-FFF2-40B4-BE49-F238E27FC236}">
                <a16:creationId xmlns:a16="http://schemas.microsoft.com/office/drawing/2014/main" id="{DD9F4FCB-06C1-47E3-81A4-214576CE27E0}"/>
              </a:ext>
            </a:extLst>
          </p:cNvPr>
          <p:cNvSpPr>
            <a:spLocks xmlns:a="http://schemas.openxmlformats.org/drawingml/2006/main" noGrp="1"/>
          </p:cNvSpPr>
          <p:nvPr/>
        </p:nvSpPr>
        <p:spPr>
          <a:xfrm xmlns:a="http://schemas.openxmlformats.org/drawingml/2006/main">
            <a:off x="3333750" y="4371975"/>
            <a:ext cx="1638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0000"/>
              </a:lnSpc>
              <a:buNone/>
              <a:defRPr sz="1275" b="0">
                <a:solidFill>
                  <a:srgbClr val="858B84"/>
                </a:solidFill>
                <a:latin typeface="Courier New"/>
                <a:ea typeface="Courier New"/>
                <a:cs typeface="Courier New"/>
              </a:defRPr>
            </a:pPr>
            <a:r>
              <a:rPr sz="1275" b="0">
                <a:solidFill>
                  <a:srgbClr val="858B84"/>
                </a:solidFill>
                <a:latin typeface="Courier New"/>
                <a:ea typeface="Courier New"/>
                <a:cs typeface="Courier New"/>
              </a:rPr>
              <a:t>root + terms</a:t>
            </a:r>
          </a:p>
        </p:txBody>
      </p:sp>
      <p:sp>
        <p:nvSpPr>
          <p:cNvPr id="46" name="step-node-2">
            <a:extLst xmlns:a="http://schemas.openxmlformats.org/drawingml/2006/main">
              <a:ext uri="{FF2B5EF4-FFF2-40B4-BE49-F238E27FC236}">
                <a16:creationId xmlns:a16="http://schemas.microsoft.com/office/drawing/2014/main" id="{5B8FE609-3A0C-4590-B318-39984E5D5C89}"/>
              </a:ext>
            </a:extLst>
          </p:cNvPr>
          <p:cNvSpPr>
            <a:spLocks xmlns:a="http://schemas.openxmlformats.org/drawingml/2006/main" noGrp="1"/>
          </p:cNvSpPr>
          <p:nvPr/>
        </p:nvSpPr>
        <p:spPr>
          <a:xfrm xmlns:a="http://schemas.openxmlformats.org/drawingml/2006/main">
            <a:off x="6486525" y="3152775"/>
            <a:ext cx="552450" cy="552450"/>
          </a:xfrm>
          <a:prstGeom xmlns:a="http://schemas.openxmlformats.org/drawingml/2006/main" prst="ellipse">
            <a:avLst/>
          </a:prstGeom>
          <a:solidFill xmlns:a="http://schemas.openxmlformats.org/drawingml/2006/main">
            <a:srgbClr val="080A09"/>
          </a:solidFill>
          <a:ln xmlns:a="http://schemas.openxmlformats.org/drawingml/2006/main" w="28575">
            <a:solidFill>
              <a:srgbClr val="F1EFE5"/>
            </a:solidFill>
            <a:prstDash val="solid"/>
          </a:ln>
        </p:spPr>
      </p:sp>
      <p:sp>
        <p:nvSpPr>
          <p:cNvPr id="47" name="step-number-2">
            <a:extLst xmlns:a="http://schemas.openxmlformats.org/drawingml/2006/main">
              <a:ext uri="{FF2B5EF4-FFF2-40B4-BE49-F238E27FC236}">
                <a16:creationId xmlns:a16="http://schemas.microsoft.com/office/drawing/2014/main" id="{FD40CA5B-F6BB-4A71-8D9A-9A7E7B023C66}"/>
              </a:ext>
            </a:extLst>
          </p:cNvPr>
          <p:cNvSpPr>
            <a:spLocks xmlns:a="http://schemas.openxmlformats.org/drawingml/2006/main" noGrp="1"/>
          </p:cNvSpPr>
          <p:nvPr/>
        </p:nvSpPr>
        <p:spPr>
          <a:xfrm xmlns:a="http://schemas.openxmlformats.org/drawingml/2006/main">
            <a:off x="6534150" y="3286125"/>
            <a:ext cx="457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0000"/>
              </a:lnSpc>
              <a:buNone/>
              <a:defRPr sz="1350" b="1">
                <a:solidFill>
                  <a:srgbClr val="F1EFE5"/>
                </a:solidFill>
                <a:latin typeface="Courier New"/>
                <a:ea typeface="Courier New"/>
                <a:cs typeface="Courier New"/>
              </a:defRPr>
            </a:pPr>
            <a:r>
              <a:rPr sz="1350" b="1">
                <a:solidFill>
                  <a:srgbClr val="F1EFE5"/>
                </a:solidFill>
                <a:latin typeface="Courier New"/>
                <a:ea typeface="Courier New"/>
                <a:cs typeface="Courier New"/>
              </a:rPr>
              <a:t>03</a:t>
            </a:r>
          </a:p>
        </p:txBody>
      </p:sp>
      <p:sp>
        <p:nvSpPr>
          <p:cNvPr id="48" name="step-title-2">
            <a:extLst xmlns:a="http://schemas.openxmlformats.org/drawingml/2006/main">
              <a:ext uri="{FF2B5EF4-FFF2-40B4-BE49-F238E27FC236}">
                <a16:creationId xmlns:a16="http://schemas.microsoft.com/office/drawing/2014/main" id="{C4D51273-8235-474D-A0AB-F5A17BDC3AFA}"/>
              </a:ext>
            </a:extLst>
          </p:cNvPr>
          <p:cNvSpPr>
            <a:spLocks xmlns:a="http://schemas.openxmlformats.org/drawingml/2006/main" noGrp="1"/>
          </p:cNvSpPr>
          <p:nvPr/>
        </p:nvSpPr>
        <p:spPr>
          <a:xfrm xmlns:a="http://schemas.openxmlformats.org/drawingml/2006/main">
            <a:off x="5943600" y="3943350"/>
            <a:ext cx="16383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0000"/>
              </a:lnSpc>
              <a:buNone/>
              <a:defRPr sz="1725" b="1">
                <a:solidFill>
                  <a:srgbClr val="F1EFE5"/>
                </a:solidFill>
                <a:latin typeface="Arial Black"/>
                <a:ea typeface="Arial Black"/>
                <a:cs typeface="Arial Black"/>
              </a:defRPr>
            </a:pPr>
            <a:r>
              <a:rPr sz="1725" b="1">
                <a:solidFill>
                  <a:srgbClr val="F1EFE5"/>
                </a:solidFill>
                <a:latin typeface="Arial Black"/>
                <a:ea typeface="Arial Black"/>
                <a:cs typeface="Arial Black"/>
              </a:rPr>
              <a:t>REGISTER</a:t>
            </a:r>
          </a:p>
        </p:txBody>
      </p:sp>
      <p:sp>
        <p:nvSpPr>
          <p:cNvPr id="49" name="step-sub-2">
            <a:extLst xmlns:a="http://schemas.openxmlformats.org/drawingml/2006/main">
              <a:ext uri="{FF2B5EF4-FFF2-40B4-BE49-F238E27FC236}">
                <a16:creationId xmlns:a16="http://schemas.microsoft.com/office/drawing/2014/main" id="{F8AA5D08-8EB4-4214-91C8-A666866A809E}"/>
              </a:ext>
            </a:extLst>
          </p:cNvPr>
          <p:cNvSpPr>
            <a:spLocks xmlns:a="http://schemas.openxmlformats.org/drawingml/2006/main" noGrp="1"/>
          </p:cNvSpPr>
          <p:nvPr/>
        </p:nvSpPr>
        <p:spPr>
          <a:xfrm xmlns:a="http://schemas.openxmlformats.org/drawingml/2006/main">
            <a:off x="5943600" y="4371975"/>
            <a:ext cx="1638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0000"/>
              </a:lnSpc>
              <a:buNone/>
              <a:defRPr sz="1275" b="0">
                <a:solidFill>
                  <a:srgbClr val="858B84"/>
                </a:solidFill>
                <a:latin typeface="Courier New"/>
                <a:ea typeface="Courier New"/>
                <a:cs typeface="Courier New"/>
              </a:defRPr>
            </a:pPr>
            <a:r>
              <a:rPr sz="1275" b="0">
                <a:solidFill>
                  <a:srgbClr val="858B84"/>
                </a:solidFill>
                <a:latin typeface="Courier New"/>
                <a:ea typeface="Courier New"/>
                <a:cs typeface="Courier New"/>
              </a:rPr>
              <a:t>offer hash set</a:t>
            </a:r>
          </a:p>
        </p:txBody>
      </p:sp>
      <p:sp>
        <p:nvSpPr>
          <p:cNvPr id="50" name="step-node-3">
            <a:extLst xmlns:a="http://schemas.openxmlformats.org/drawingml/2006/main">
              <a:ext uri="{FF2B5EF4-FFF2-40B4-BE49-F238E27FC236}">
                <a16:creationId xmlns:a16="http://schemas.microsoft.com/office/drawing/2014/main" id="{A760D3FE-3E29-4422-BCE7-FD1D3BB12AC8}"/>
              </a:ext>
            </a:extLst>
          </p:cNvPr>
          <p:cNvSpPr>
            <a:spLocks xmlns:a="http://schemas.openxmlformats.org/drawingml/2006/main" noGrp="1"/>
          </p:cNvSpPr>
          <p:nvPr/>
        </p:nvSpPr>
        <p:spPr>
          <a:xfrm xmlns:a="http://schemas.openxmlformats.org/drawingml/2006/main">
            <a:off x="9096375" y="3152775"/>
            <a:ext cx="552450" cy="552450"/>
          </a:xfrm>
          <a:prstGeom xmlns:a="http://schemas.openxmlformats.org/drawingml/2006/main" prst="ellipse">
            <a:avLst/>
          </a:prstGeom>
          <a:solidFill xmlns:a="http://schemas.openxmlformats.org/drawingml/2006/main">
            <a:srgbClr val="080A09"/>
          </a:solidFill>
          <a:ln xmlns:a="http://schemas.openxmlformats.org/drawingml/2006/main" w="28575">
            <a:solidFill>
              <a:srgbClr val="FF2B79"/>
            </a:solidFill>
            <a:prstDash val="solid"/>
          </a:ln>
        </p:spPr>
      </p:sp>
      <p:sp>
        <p:nvSpPr>
          <p:cNvPr id="51" name="step-number-3">
            <a:extLst xmlns:a="http://schemas.openxmlformats.org/drawingml/2006/main">
              <a:ext uri="{FF2B5EF4-FFF2-40B4-BE49-F238E27FC236}">
                <a16:creationId xmlns:a16="http://schemas.microsoft.com/office/drawing/2014/main" id="{EC62AFA1-163F-4D45-B49E-C5CF7750D1F9}"/>
              </a:ext>
            </a:extLst>
          </p:cNvPr>
          <p:cNvSpPr>
            <a:spLocks xmlns:a="http://schemas.openxmlformats.org/drawingml/2006/main" noGrp="1"/>
          </p:cNvSpPr>
          <p:nvPr/>
        </p:nvSpPr>
        <p:spPr>
          <a:xfrm xmlns:a="http://schemas.openxmlformats.org/drawingml/2006/main">
            <a:off x="9144000" y="3286125"/>
            <a:ext cx="457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0000"/>
              </a:lnSpc>
              <a:buNone/>
              <a:defRPr sz="1350" b="1">
                <a:solidFill>
                  <a:srgbClr val="FF2B79"/>
                </a:solidFill>
                <a:latin typeface="Courier New"/>
                <a:ea typeface="Courier New"/>
                <a:cs typeface="Courier New"/>
              </a:defRPr>
            </a:pPr>
            <a:r>
              <a:rPr sz="1350" b="1">
                <a:solidFill>
                  <a:srgbClr val="FF2B79"/>
                </a:solidFill>
                <a:latin typeface="Courier New"/>
                <a:ea typeface="Courier New"/>
                <a:cs typeface="Courier New"/>
              </a:rPr>
              <a:t>04</a:t>
            </a:r>
          </a:p>
        </p:txBody>
      </p:sp>
      <p:sp>
        <p:nvSpPr>
          <p:cNvPr id="52" name="step-title-3">
            <a:extLst xmlns:a="http://schemas.openxmlformats.org/drawingml/2006/main">
              <a:ext uri="{FF2B5EF4-FFF2-40B4-BE49-F238E27FC236}">
                <a16:creationId xmlns:a16="http://schemas.microsoft.com/office/drawing/2014/main" id="{8BD4F706-2269-43BA-959D-BE46A3661556}"/>
              </a:ext>
            </a:extLst>
          </p:cNvPr>
          <p:cNvSpPr>
            <a:spLocks xmlns:a="http://schemas.openxmlformats.org/drawingml/2006/main" noGrp="1"/>
          </p:cNvSpPr>
          <p:nvPr/>
        </p:nvSpPr>
        <p:spPr>
          <a:xfrm xmlns:a="http://schemas.openxmlformats.org/drawingml/2006/main">
            <a:off x="8553450" y="3943350"/>
            <a:ext cx="16383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0000"/>
              </a:lnSpc>
              <a:buNone/>
              <a:defRPr sz="2025" b="1">
                <a:solidFill>
                  <a:srgbClr val="FF2B79"/>
                </a:solidFill>
                <a:latin typeface="Arial Black"/>
                <a:ea typeface="Arial Black"/>
                <a:cs typeface="Arial Black"/>
              </a:defRPr>
            </a:pPr>
            <a:r>
              <a:rPr sz="2025" b="1">
                <a:solidFill>
                  <a:srgbClr val="FF2B79"/>
                </a:solidFill>
                <a:latin typeface="Arial Black"/>
                <a:ea typeface="Arial Black"/>
                <a:cs typeface="Arial Black"/>
              </a:rPr>
              <a:t>ATTEST</a:t>
            </a:r>
          </a:p>
        </p:txBody>
      </p:sp>
      <p:sp>
        <p:nvSpPr>
          <p:cNvPr id="53" name="step-sub-3">
            <a:extLst xmlns:a="http://schemas.openxmlformats.org/drawingml/2006/main">
              <a:ext uri="{FF2B5EF4-FFF2-40B4-BE49-F238E27FC236}">
                <a16:creationId xmlns:a16="http://schemas.microsoft.com/office/drawing/2014/main" id="{900F50C2-63C0-418E-8BA9-0CFFC5E7B8E9}"/>
              </a:ext>
            </a:extLst>
          </p:cNvPr>
          <p:cNvSpPr>
            <a:spLocks xmlns:a="http://schemas.openxmlformats.org/drawingml/2006/main" noGrp="1"/>
          </p:cNvSpPr>
          <p:nvPr/>
        </p:nvSpPr>
        <p:spPr>
          <a:xfrm xmlns:a="http://schemas.openxmlformats.org/drawingml/2006/main">
            <a:off x="8553450" y="4371975"/>
            <a:ext cx="1638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0000"/>
              </a:lnSpc>
              <a:buNone/>
              <a:defRPr sz="1275" b="0">
                <a:solidFill>
                  <a:srgbClr val="858B84"/>
                </a:solidFill>
                <a:latin typeface="Courier New"/>
                <a:ea typeface="Courier New"/>
                <a:cs typeface="Courier New"/>
              </a:defRPr>
            </a:pPr>
            <a:r>
              <a:rPr sz="1275" b="0">
                <a:solidFill>
                  <a:srgbClr val="858B84"/>
                </a:solidFill>
                <a:latin typeface="Courier New"/>
                <a:ea typeface="Courier New"/>
                <a:cs typeface="Courier New"/>
              </a:rPr>
              <a:t>winner + IDs</a:t>
            </a:r>
          </a:p>
        </p:txBody>
      </p:sp>
      <p:sp>
        <p:nvSpPr>
          <p:cNvPr id="54" name="commit-bracket-tl-h">
            <a:extLst xmlns:a="http://schemas.openxmlformats.org/drawingml/2006/main">
              <a:ext uri="{FF2B5EF4-FFF2-40B4-BE49-F238E27FC236}">
                <a16:creationId xmlns:a16="http://schemas.microsoft.com/office/drawing/2014/main" id="{75B8DC5E-0D21-46A6-AE5C-B2BCACAD84DB}"/>
              </a:ext>
            </a:extLst>
          </p:cNvPr>
          <p:cNvSpPr>
            <a:spLocks xmlns:a="http://schemas.openxmlformats.org/drawingml/2006/main" noGrp="1"/>
          </p:cNvSpPr>
          <p:nvPr/>
        </p:nvSpPr>
        <p:spPr>
          <a:xfrm xmlns:a="http://schemas.openxmlformats.org/drawingml/2006/main">
            <a:off x="3257550" y="2686050"/>
            <a:ext cx="152400" cy="0"/>
          </a:xfrm>
          <a:prstGeom xmlns:a="http://schemas.openxmlformats.org/drawingml/2006/main" prst="line">
            <a:avLst/>
          </a:prstGeom>
          <a:noFill xmlns:a="http://schemas.openxmlformats.org/drawingml/2006/main"/>
          <a:ln xmlns:a="http://schemas.openxmlformats.org/drawingml/2006/main" w="13335">
            <a:solidFill>
              <a:srgbClr val="C7F52F"/>
            </a:solidFill>
            <a:prstDash val="solid"/>
          </a:ln>
        </p:spPr>
      </p:sp>
      <p:sp>
        <p:nvSpPr>
          <p:cNvPr id="55" name="commit-bracket-tl-v">
            <a:extLst xmlns:a="http://schemas.openxmlformats.org/drawingml/2006/main">
              <a:ext uri="{FF2B5EF4-FFF2-40B4-BE49-F238E27FC236}">
                <a16:creationId xmlns:a16="http://schemas.microsoft.com/office/drawing/2014/main" id="{9A44744F-8EB0-4943-BD27-F534C7DD8FA4}"/>
              </a:ext>
            </a:extLst>
          </p:cNvPr>
          <p:cNvSpPr>
            <a:spLocks xmlns:a="http://schemas.openxmlformats.org/drawingml/2006/main" noGrp="1"/>
          </p:cNvSpPr>
          <p:nvPr/>
        </p:nvSpPr>
        <p:spPr>
          <a:xfrm xmlns:a="http://schemas.openxmlformats.org/drawingml/2006/main">
            <a:off x="3257550" y="2686050"/>
            <a:ext cx="0" cy="152400"/>
          </a:xfrm>
          <a:prstGeom xmlns:a="http://schemas.openxmlformats.org/drawingml/2006/main" prst="line">
            <a:avLst/>
          </a:prstGeom>
          <a:noFill xmlns:a="http://schemas.openxmlformats.org/drawingml/2006/main"/>
          <a:ln xmlns:a="http://schemas.openxmlformats.org/drawingml/2006/main" w="13335">
            <a:solidFill>
              <a:srgbClr val="C7F52F"/>
            </a:solidFill>
            <a:prstDash val="solid"/>
          </a:ln>
        </p:spPr>
      </p:sp>
      <p:sp>
        <p:nvSpPr>
          <p:cNvPr id="56" name="commit-bracket-tr-h">
            <a:extLst xmlns:a="http://schemas.openxmlformats.org/drawingml/2006/main">
              <a:ext uri="{FF2B5EF4-FFF2-40B4-BE49-F238E27FC236}">
                <a16:creationId xmlns:a16="http://schemas.microsoft.com/office/drawing/2014/main" id="{3942773B-3385-4409-BB9A-7DD958773E0C}"/>
              </a:ext>
            </a:extLst>
          </p:cNvPr>
          <p:cNvSpPr>
            <a:spLocks xmlns:a="http://schemas.openxmlformats.org/drawingml/2006/main" noGrp="1"/>
          </p:cNvSpPr>
          <p:nvPr/>
        </p:nvSpPr>
        <p:spPr>
          <a:xfrm xmlns:a="http://schemas.openxmlformats.org/drawingml/2006/main">
            <a:off x="4972050" y="2686050"/>
            <a:ext cx="152400" cy="0"/>
          </a:xfrm>
          <a:prstGeom xmlns:a="http://schemas.openxmlformats.org/drawingml/2006/main" prst="line">
            <a:avLst/>
          </a:prstGeom>
          <a:noFill xmlns:a="http://schemas.openxmlformats.org/drawingml/2006/main"/>
          <a:ln xmlns:a="http://schemas.openxmlformats.org/drawingml/2006/main" w="13335">
            <a:solidFill>
              <a:srgbClr val="C7F52F"/>
            </a:solidFill>
            <a:prstDash val="solid"/>
          </a:ln>
        </p:spPr>
      </p:sp>
      <p:sp>
        <p:nvSpPr>
          <p:cNvPr id="57" name="commit-bracket-tr-v">
            <a:extLst xmlns:a="http://schemas.openxmlformats.org/drawingml/2006/main">
              <a:ext uri="{FF2B5EF4-FFF2-40B4-BE49-F238E27FC236}">
                <a16:creationId xmlns:a16="http://schemas.microsoft.com/office/drawing/2014/main" id="{BBC8AFE1-6597-4849-BC5E-CBE329D6FC75}"/>
              </a:ext>
            </a:extLst>
          </p:cNvPr>
          <p:cNvSpPr>
            <a:spLocks xmlns:a="http://schemas.openxmlformats.org/drawingml/2006/main" noGrp="1"/>
          </p:cNvSpPr>
          <p:nvPr/>
        </p:nvSpPr>
        <p:spPr>
          <a:xfrm xmlns:a="http://schemas.openxmlformats.org/drawingml/2006/main">
            <a:off x="5124450" y="2686050"/>
            <a:ext cx="0" cy="152400"/>
          </a:xfrm>
          <a:prstGeom xmlns:a="http://schemas.openxmlformats.org/drawingml/2006/main" prst="line">
            <a:avLst/>
          </a:prstGeom>
          <a:noFill xmlns:a="http://schemas.openxmlformats.org/drawingml/2006/main"/>
          <a:ln xmlns:a="http://schemas.openxmlformats.org/drawingml/2006/main" w="13335">
            <a:solidFill>
              <a:srgbClr val="C7F52F"/>
            </a:solidFill>
            <a:prstDash val="solid"/>
          </a:ln>
        </p:spPr>
      </p:sp>
      <p:sp>
        <p:nvSpPr>
          <p:cNvPr id="58" name="commit-bracket-bl-h">
            <a:extLst xmlns:a="http://schemas.openxmlformats.org/drawingml/2006/main">
              <a:ext uri="{FF2B5EF4-FFF2-40B4-BE49-F238E27FC236}">
                <a16:creationId xmlns:a16="http://schemas.microsoft.com/office/drawing/2014/main" id="{5268DD5E-889D-40B7-BA43-938E697E213C}"/>
              </a:ext>
            </a:extLst>
          </p:cNvPr>
          <p:cNvSpPr>
            <a:spLocks xmlns:a="http://schemas.openxmlformats.org/drawingml/2006/main" noGrp="1"/>
          </p:cNvSpPr>
          <p:nvPr/>
        </p:nvSpPr>
        <p:spPr>
          <a:xfrm xmlns:a="http://schemas.openxmlformats.org/drawingml/2006/main">
            <a:off x="3257550" y="4933950"/>
            <a:ext cx="152400" cy="0"/>
          </a:xfrm>
          <a:prstGeom xmlns:a="http://schemas.openxmlformats.org/drawingml/2006/main" prst="line">
            <a:avLst/>
          </a:prstGeom>
          <a:noFill xmlns:a="http://schemas.openxmlformats.org/drawingml/2006/main"/>
          <a:ln xmlns:a="http://schemas.openxmlformats.org/drawingml/2006/main" w="13335">
            <a:solidFill>
              <a:srgbClr val="C7F52F"/>
            </a:solidFill>
            <a:prstDash val="solid"/>
          </a:ln>
        </p:spPr>
      </p:sp>
      <p:sp>
        <p:nvSpPr>
          <p:cNvPr id="59" name="commit-bracket-bl-v">
            <a:extLst xmlns:a="http://schemas.openxmlformats.org/drawingml/2006/main">
              <a:ext uri="{FF2B5EF4-FFF2-40B4-BE49-F238E27FC236}">
                <a16:creationId xmlns:a16="http://schemas.microsoft.com/office/drawing/2014/main" id="{EB932C61-13C2-45AF-8B43-0AF4679F964C}"/>
              </a:ext>
            </a:extLst>
          </p:cNvPr>
          <p:cNvSpPr>
            <a:spLocks xmlns:a="http://schemas.openxmlformats.org/drawingml/2006/main" noGrp="1"/>
          </p:cNvSpPr>
          <p:nvPr/>
        </p:nvSpPr>
        <p:spPr>
          <a:xfrm xmlns:a="http://schemas.openxmlformats.org/drawingml/2006/main">
            <a:off x="3257550" y="4781550"/>
            <a:ext cx="0" cy="152400"/>
          </a:xfrm>
          <a:prstGeom xmlns:a="http://schemas.openxmlformats.org/drawingml/2006/main" prst="line">
            <a:avLst/>
          </a:prstGeom>
          <a:noFill xmlns:a="http://schemas.openxmlformats.org/drawingml/2006/main"/>
          <a:ln xmlns:a="http://schemas.openxmlformats.org/drawingml/2006/main" w="13335">
            <a:solidFill>
              <a:srgbClr val="C7F52F"/>
            </a:solidFill>
            <a:prstDash val="solid"/>
          </a:ln>
        </p:spPr>
      </p:sp>
      <p:sp>
        <p:nvSpPr>
          <p:cNvPr id="60" name="commit-bracket-br-h">
            <a:extLst xmlns:a="http://schemas.openxmlformats.org/drawingml/2006/main">
              <a:ext uri="{FF2B5EF4-FFF2-40B4-BE49-F238E27FC236}">
                <a16:creationId xmlns:a16="http://schemas.microsoft.com/office/drawing/2014/main" id="{1F1A1D80-817D-4E6D-A347-F023A36D759B}"/>
              </a:ext>
            </a:extLst>
          </p:cNvPr>
          <p:cNvSpPr>
            <a:spLocks xmlns:a="http://schemas.openxmlformats.org/drawingml/2006/main" noGrp="1"/>
          </p:cNvSpPr>
          <p:nvPr/>
        </p:nvSpPr>
        <p:spPr>
          <a:xfrm xmlns:a="http://schemas.openxmlformats.org/drawingml/2006/main">
            <a:off x="4972050" y="4933950"/>
            <a:ext cx="152400" cy="0"/>
          </a:xfrm>
          <a:prstGeom xmlns:a="http://schemas.openxmlformats.org/drawingml/2006/main" prst="line">
            <a:avLst/>
          </a:prstGeom>
          <a:noFill xmlns:a="http://schemas.openxmlformats.org/drawingml/2006/main"/>
          <a:ln xmlns:a="http://schemas.openxmlformats.org/drawingml/2006/main" w="13335">
            <a:solidFill>
              <a:srgbClr val="C7F52F"/>
            </a:solidFill>
            <a:prstDash val="solid"/>
          </a:ln>
        </p:spPr>
      </p:sp>
      <p:sp>
        <p:nvSpPr>
          <p:cNvPr id="61" name="commit-bracket-br-v">
            <a:extLst xmlns:a="http://schemas.openxmlformats.org/drawingml/2006/main">
              <a:ext uri="{FF2B5EF4-FFF2-40B4-BE49-F238E27FC236}">
                <a16:creationId xmlns:a16="http://schemas.microsoft.com/office/drawing/2014/main" id="{F4B8CDE2-E769-4709-8E03-A99C4D27703B}"/>
              </a:ext>
            </a:extLst>
          </p:cNvPr>
          <p:cNvSpPr>
            <a:spLocks xmlns:a="http://schemas.openxmlformats.org/drawingml/2006/main" noGrp="1"/>
          </p:cNvSpPr>
          <p:nvPr/>
        </p:nvSpPr>
        <p:spPr>
          <a:xfrm xmlns:a="http://schemas.openxmlformats.org/drawingml/2006/main">
            <a:off x="5124450" y="4781550"/>
            <a:ext cx="0" cy="152400"/>
          </a:xfrm>
          <a:prstGeom xmlns:a="http://schemas.openxmlformats.org/drawingml/2006/main" prst="line">
            <a:avLst/>
          </a:prstGeom>
          <a:noFill xmlns:a="http://schemas.openxmlformats.org/drawingml/2006/main"/>
          <a:ln xmlns:a="http://schemas.openxmlformats.org/drawingml/2006/main" w="13335">
            <a:solidFill>
              <a:srgbClr val="C7F52F"/>
            </a:solidFill>
            <a:prstDash val="solid"/>
          </a:ln>
        </p:spPr>
      </p:sp>
      <p:sp>
        <p:nvSpPr>
          <p:cNvPr id="62" name="commit-proof">
            <a:extLst xmlns:a="http://schemas.openxmlformats.org/drawingml/2006/main">
              <a:ext uri="{FF2B5EF4-FFF2-40B4-BE49-F238E27FC236}">
                <a16:creationId xmlns:a16="http://schemas.microsoft.com/office/drawing/2014/main" id="{966B790F-15DC-4C61-8824-46DABF51C80B}"/>
              </a:ext>
            </a:extLst>
          </p:cNvPr>
          <p:cNvSpPr>
            <a:spLocks xmlns:a="http://schemas.openxmlformats.org/drawingml/2006/main" noGrp="1"/>
          </p:cNvSpPr>
          <p:nvPr/>
        </p:nvSpPr>
        <p:spPr>
          <a:xfrm xmlns:a="http://schemas.openxmlformats.org/drawingml/2006/main">
            <a:off x="3352800" y="4914900"/>
            <a:ext cx="171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92000"/>
              </a:lnSpc>
              <a:buNone/>
              <a:defRPr sz="1200" b="1">
                <a:solidFill>
                  <a:srgbClr val="C7F52F"/>
                </a:solidFill>
                <a:latin typeface="Courier New"/>
                <a:ea typeface="Courier New"/>
                <a:cs typeface="Courier New"/>
              </a:defRPr>
            </a:pPr>
            <a:r>
              <a:rPr sz="1200" b="1">
                <a:solidFill>
                  <a:srgbClr val="C7F52F"/>
                </a:solidFill>
                <a:latin typeface="Courier New"/>
                <a:ea typeface="Courier New"/>
                <a:cs typeface="Courier New"/>
              </a:rPr>
              <a:t>FINALIZED BEFORE</a:t>
            </a:r>
          </a:p>
          <a:p xmlns:a="http://schemas.openxmlformats.org/drawingml/2006/main">
            <a:pPr algn="ctr">
              <a:lnSpc>
                <a:spcPct val="92000"/>
              </a:lnSpc>
              <a:buNone/>
              <a:defRPr sz="1200" b="1">
                <a:solidFill>
                  <a:srgbClr val="C7F52F"/>
                </a:solidFill>
                <a:latin typeface="Courier New"/>
                <a:ea typeface="Courier New"/>
                <a:cs typeface="Courier New"/>
              </a:defRPr>
            </a:pPr>
            <a:r>
              <a:rPr sz="1200" b="1">
                <a:solidFill>
                  <a:srgbClr val="C7F52F"/>
                </a:solidFill>
                <a:latin typeface="Courier New"/>
                <a:ea typeface="Courier New"/>
                <a:cs typeface="Courier New"/>
              </a:rPr>
              <a:t>REGISTRATION</a:t>
            </a:r>
          </a:p>
        </p:txBody>
      </p:sp>
      <p:sp>
        <p:nvSpPr>
          <p:cNvPr id="63" name="public-label">
            <a:extLst xmlns:a="http://schemas.openxmlformats.org/drawingml/2006/main">
              <a:ext uri="{FF2B5EF4-FFF2-40B4-BE49-F238E27FC236}">
                <a16:creationId xmlns:a16="http://schemas.microsoft.com/office/drawing/2014/main" id="{FD4F59A6-7CCD-4E5D-8A83-15F33096922A}"/>
              </a:ext>
            </a:extLst>
          </p:cNvPr>
          <p:cNvSpPr>
            <a:spLocks xmlns:a="http://schemas.openxmlformats.org/drawingml/2006/main" noGrp="1"/>
          </p:cNvSpPr>
          <p:nvPr/>
        </p:nvSpPr>
        <p:spPr>
          <a:xfrm xmlns:a="http://schemas.openxmlformats.org/drawingml/2006/main">
            <a:off x="438150" y="2324100"/>
            <a:ext cx="1809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125" b="1">
                <a:solidFill>
                  <a:srgbClr val="C7F52F"/>
                </a:solidFill>
                <a:latin typeface="Courier New"/>
                <a:ea typeface="Courier New"/>
                <a:cs typeface="Courier New"/>
              </a:defRPr>
            </a:pPr>
            <a:r>
              <a:rPr sz="1125" b="1">
                <a:solidFill>
                  <a:srgbClr val="C7F52F"/>
                </a:solidFill>
                <a:latin typeface="Courier New"/>
                <a:ea typeface="Courier New"/>
                <a:cs typeface="Courier New"/>
              </a:rPr>
              <a:t>TESTNET IF VERIFIED</a:t>
            </a:r>
          </a:p>
        </p:txBody>
      </p:sp>
      <p:sp>
        <p:nvSpPr>
          <p:cNvPr id="64" name="public-copy">
            <a:extLst xmlns:a="http://schemas.openxmlformats.org/drawingml/2006/main">
              <a:ext uri="{FF2B5EF4-FFF2-40B4-BE49-F238E27FC236}">
                <a16:creationId xmlns:a16="http://schemas.microsoft.com/office/drawing/2014/main" id="{23CD9AD1-FBEC-441C-A1EF-6FE4C46BEFA9}"/>
              </a:ext>
            </a:extLst>
          </p:cNvPr>
          <p:cNvSpPr>
            <a:spLocks xmlns:a="http://schemas.openxmlformats.org/drawingml/2006/main" noGrp="1"/>
          </p:cNvSpPr>
          <p:nvPr/>
        </p:nvSpPr>
        <p:spPr>
          <a:xfrm xmlns:a="http://schemas.openxmlformats.org/drawingml/2006/main">
            <a:off x="2343150" y="2324100"/>
            <a:ext cx="90868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125" b="0">
                <a:solidFill>
                  <a:srgbClr val="D3D1C8"/>
                </a:solidFill>
                <a:latin typeface="Courier New"/>
                <a:ea typeface="Courier New"/>
                <a:cs typeface="Courier New"/>
              </a:defRPr>
            </a:pPr>
            <a:r>
              <a:rPr sz="1125" b="0">
                <a:solidFill>
                  <a:srgbClr val="D3D1C8"/>
                </a:solidFill>
                <a:latin typeface="Courier New"/>
                <a:ea typeface="Courier New"/>
                <a:cs typeface="Courier New"/>
              </a:rPr>
              <a:t>FUNDING ROOT · PUBLIC TERMS · OFFER HASH SET · ACCEPTED OFFER + RECEIPT DIGEST</a:t>
            </a:r>
          </a:p>
        </p:txBody>
      </p:sp>
      <p:sp>
        <p:nvSpPr>
          <p:cNvPr id="65" name="private-label">
            <a:extLst xmlns:a="http://schemas.openxmlformats.org/drawingml/2006/main">
              <a:ext uri="{FF2B5EF4-FFF2-40B4-BE49-F238E27FC236}">
                <a16:creationId xmlns:a16="http://schemas.microsoft.com/office/drawing/2014/main" id="{DB182552-CB02-4A32-B5A5-C1C79C3E794F}"/>
              </a:ext>
            </a:extLst>
          </p:cNvPr>
          <p:cNvSpPr>
            <a:spLocks xmlns:a="http://schemas.openxmlformats.org/drawingml/2006/main" noGrp="1"/>
          </p:cNvSpPr>
          <p:nvPr/>
        </p:nvSpPr>
        <p:spPr>
          <a:xfrm xmlns:a="http://schemas.openxmlformats.org/drawingml/2006/main">
            <a:off x="438150" y="5638800"/>
            <a:ext cx="1714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125" b="1">
                <a:solidFill>
                  <a:srgbClr val="FF2B79"/>
                </a:solidFill>
                <a:latin typeface="Courier New"/>
                <a:ea typeface="Courier New"/>
                <a:cs typeface="Courier New"/>
              </a:defRPr>
            </a:pPr>
            <a:r>
              <a:rPr sz="1125" b="1">
                <a:solidFill>
                  <a:srgbClr val="FF2B79"/>
                </a:solidFill>
                <a:latin typeface="Courier New"/>
                <a:ea typeface="Courier New"/>
                <a:cs typeface="Courier New"/>
              </a:rPr>
              <a:t>PRIVATE OFFCHAIN</a:t>
            </a:r>
          </a:p>
        </p:txBody>
      </p:sp>
      <p:sp>
        <p:nvSpPr>
          <p:cNvPr id="66" name="private-copy">
            <a:extLst xmlns:a="http://schemas.openxmlformats.org/drawingml/2006/main">
              <a:ext uri="{FF2B5EF4-FFF2-40B4-BE49-F238E27FC236}">
                <a16:creationId xmlns:a16="http://schemas.microsoft.com/office/drawing/2014/main" id="{858117F5-F8D4-4539-A609-C19A819BC8C0}"/>
              </a:ext>
            </a:extLst>
          </p:cNvPr>
          <p:cNvSpPr>
            <a:spLocks xmlns:a="http://schemas.openxmlformats.org/drawingml/2006/main" noGrp="1"/>
          </p:cNvSpPr>
          <p:nvPr/>
        </p:nvSpPr>
        <p:spPr>
          <a:xfrm xmlns:a="http://schemas.openxmlformats.org/drawingml/2006/main">
            <a:off x="2114550" y="5638800"/>
            <a:ext cx="45529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125" b="0">
                <a:solidFill>
                  <a:srgbClr val="D3D1C8"/>
                </a:solidFill>
                <a:latin typeface="Courier New"/>
                <a:ea typeface="Courier New"/>
                <a:cs typeface="Courier New"/>
              </a:defRPr>
            </a:pPr>
            <a:r>
              <a:rPr sz="1125" b="0">
                <a:solidFill>
                  <a:srgbClr val="D3D1C8"/>
                </a:solidFill>
                <a:latin typeface="Courier New"/>
                <a:ea typeface="Courier New"/>
                <a:cs typeface="Courier New"/>
              </a:rPr>
              <a:t>BUYER CEILINGS · MERCHANT FLOORS · MANDATES</a:t>
            </a:r>
          </a:p>
        </p:txBody>
      </p:sp>
      <p:sp>
        <p:nvSpPr>
          <p:cNvPr id="67" name="monad-boundary">
            <a:extLst xmlns:a="http://schemas.openxmlformats.org/drawingml/2006/main">
              <a:ext uri="{FF2B5EF4-FFF2-40B4-BE49-F238E27FC236}">
                <a16:creationId xmlns:a16="http://schemas.microsoft.com/office/drawing/2014/main" id="{E8A39BEB-CAB8-4339-A6E4-D3CF2E5083D2}"/>
              </a:ext>
            </a:extLst>
          </p:cNvPr>
          <p:cNvSpPr>
            <a:spLocks xmlns:a="http://schemas.openxmlformats.org/drawingml/2006/main" noGrp="1"/>
          </p:cNvSpPr>
          <p:nvPr/>
        </p:nvSpPr>
        <p:spPr>
          <a:xfrm xmlns:a="http://schemas.openxmlformats.org/drawingml/2006/main">
            <a:off x="6762750" y="5638800"/>
            <a:ext cx="5048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1125" b="0">
                <a:solidFill>
                  <a:srgbClr val="858B84"/>
                </a:solidFill>
                <a:latin typeface="Courier New"/>
                <a:ea typeface="Courier New"/>
                <a:cs typeface="Courier New"/>
              </a:defRPr>
            </a:pPr>
            <a:r>
              <a:rPr sz="1125" b="0">
                <a:solidFill>
                  <a:srgbClr val="858B84"/>
                </a:solidFill>
                <a:latin typeface="Courier New"/>
                <a:ea typeface="Courier New"/>
                <a:cs typeface="Courier New"/>
              </a:rPr>
              <a:t>Orders recorded claims — not offchain visibility or funds.</a:t>
            </a:r>
          </a:p>
        </p:txBody>
      </p:sp>
    </p:spTree>
    <p:extLst>
      <p:ext uri="{BB962C8B-B14F-4D97-AF65-F5344CB8AC3E}">
        <p14:creationId xmlns:p14="http://schemas.microsoft.com/office/powerpoint/2010/main" val="1347847792"/>
      </p:ext>
    </p:extLst>
  </p:cSld>
</p:sld>
</file>

<file path=ppt/slides/slide4.xml><?xml version="1.0" encoding="utf-8"?>
<p:sld xmlns:p="http://schemas.openxmlformats.org/presentationml/2006/main">
  <p:cSld>
    <p:bg>
      <p:bgPr>
        <a:solidFill xmlns:a="http://schemas.openxmlformats.org/drawingml/2006/main">
          <a:srgbClr val="080A09"/>
        </a:solidFill>
      </p:bgPr>
    </p:bg>
    <p:spTree>
      <p:nvGrpSpPr>
        <p:cNvPr id="1" name=""/>
        <p:cNvGrpSpPr/>
        <p:nvPr/>
      </p:nvGrpSpPr>
      <p:grpSpPr>
        <a:xfrm xmlns:a="http://schemas.openxmlformats.org/drawingml/2006/main"/>
      </p:grpSpPr>
      <p:sp>
        <p:nvSpPr>
          <p:cNvPr id="65" name="grid-v-40">
            <a:extLst xmlns:a="http://schemas.openxmlformats.org/drawingml/2006/main">
              <a:ext uri="{FF2B5EF4-FFF2-40B4-BE49-F238E27FC236}">
                <a16:creationId xmlns:a16="http://schemas.microsoft.com/office/drawing/2014/main" id="{667D25D3-FF70-428C-A96D-69941B1C25CA}"/>
              </a:ext>
            </a:extLst>
          </p:cNvPr>
          <p:cNvSpPr>
            <a:spLocks xmlns:a="http://schemas.openxmlformats.org/drawingml/2006/main" noGrp="1"/>
          </p:cNvSpPr>
          <p:nvPr/>
        </p:nvSpPr>
        <p:spPr>
          <a:xfrm xmlns:a="http://schemas.openxmlformats.org/drawingml/2006/main">
            <a:off x="3810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 name="grid-v-104">
            <a:extLst xmlns:a="http://schemas.openxmlformats.org/drawingml/2006/main">
              <a:ext uri="{FF2B5EF4-FFF2-40B4-BE49-F238E27FC236}">
                <a16:creationId xmlns:a16="http://schemas.microsoft.com/office/drawing/2014/main" id="{E6C96E05-8154-4045-B6B6-23E689A49922}"/>
              </a:ext>
            </a:extLst>
          </p:cNvPr>
          <p:cNvSpPr>
            <a:spLocks xmlns:a="http://schemas.openxmlformats.org/drawingml/2006/main" noGrp="1"/>
          </p:cNvSpPr>
          <p:nvPr/>
        </p:nvSpPr>
        <p:spPr>
          <a:xfrm xmlns:a="http://schemas.openxmlformats.org/drawingml/2006/main">
            <a:off x="9906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3" name="grid-v-168">
            <a:extLst xmlns:a="http://schemas.openxmlformats.org/drawingml/2006/main">
              <a:ext uri="{FF2B5EF4-FFF2-40B4-BE49-F238E27FC236}">
                <a16:creationId xmlns:a16="http://schemas.microsoft.com/office/drawing/2014/main" id="{D3BF4819-FD7C-4706-A747-2879B3E8F0FC}"/>
              </a:ext>
            </a:extLst>
          </p:cNvPr>
          <p:cNvSpPr>
            <a:spLocks xmlns:a="http://schemas.openxmlformats.org/drawingml/2006/main" noGrp="1"/>
          </p:cNvSpPr>
          <p:nvPr/>
        </p:nvSpPr>
        <p:spPr>
          <a:xfrm xmlns:a="http://schemas.openxmlformats.org/drawingml/2006/main">
            <a:off x="16002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4" name="grid-v-232">
            <a:extLst xmlns:a="http://schemas.openxmlformats.org/drawingml/2006/main">
              <a:ext uri="{FF2B5EF4-FFF2-40B4-BE49-F238E27FC236}">
                <a16:creationId xmlns:a16="http://schemas.microsoft.com/office/drawing/2014/main" id="{EC46A079-4A3D-401F-B311-D1622EBB1070}"/>
              </a:ext>
            </a:extLst>
          </p:cNvPr>
          <p:cNvSpPr>
            <a:spLocks xmlns:a="http://schemas.openxmlformats.org/drawingml/2006/main" noGrp="1"/>
          </p:cNvSpPr>
          <p:nvPr/>
        </p:nvSpPr>
        <p:spPr>
          <a:xfrm xmlns:a="http://schemas.openxmlformats.org/drawingml/2006/main">
            <a:off x="22098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5" name="grid-v-296">
            <a:extLst xmlns:a="http://schemas.openxmlformats.org/drawingml/2006/main">
              <a:ext uri="{FF2B5EF4-FFF2-40B4-BE49-F238E27FC236}">
                <a16:creationId xmlns:a16="http://schemas.microsoft.com/office/drawing/2014/main" id="{42C1747D-546D-4E2D-9390-CF0FF6A447D7}"/>
              </a:ext>
            </a:extLst>
          </p:cNvPr>
          <p:cNvSpPr>
            <a:spLocks xmlns:a="http://schemas.openxmlformats.org/drawingml/2006/main" noGrp="1"/>
          </p:cNvSpPr>
          <p:nvPr/>
        </p:nvSpPr>
        <p:spPr>
          <a:xfrm xmlns:a="http://schemas.openxmlformats.org/drawingml/2006/main">
            <a:off x="28194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6" name="grid-v-360">
            <a:extLst xmlns:a="http://schemas.openxmlformats.org/drawingml/2006/main">
              <a:ext uri="{FF2B5EF4-FFF2-40B4-BE49-F238E27FC236}">
                <a16:creationId xmlns:a16="http://schemas.microsoft.com/office/drawing/2014/main" id="{9AEFE9C0-BB38-41B9-B881-22DA205BA792}"/>
              </a:ext>
            </a:extLst>
          </p:cNvPr>
          <p:cNvSpPr>
            <a:spLocks xmlns:a="http://schemas.openxmlformats.org/drawingml/2006/main" noGrp="1"/>
          </p:cNvSpPr>
          <p:nvPr/>
        </p:nvSpPr>
        <p:spPr>
          <a:xfrm xmlns:a="http://schemas.openxmlformats.org/drawingml/2006/main">
            <a:off x="34290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7" name="grid-v-424">
            <a:extLst xmlns:a="http://schemas.openxmlformats.org/drawingml/2006/main">
              <a:ext uri="{FF2B5EF4-FFF2-40B4-BE49-F238E27FC236}">
                <a16:creationId xmlns:a16="http://schemas.microsoft.com/office/drawing/2014/main" id="{51B8402F-320B-456E-BFAF-786745543D1A}"/>
              </a:ext>
            </a:extLst>
          </p:cNvPr>
          <p:cNvSpPr>
            <a:spLocks xmlns:a="http://schemas.openxmlformats.org/drawingml/2006/main" noGrp="1"/>
          </p:cNvSpPr>
          <p:nvPr/>
        </p:nvSpPr>
        <p:spPr>
          <a:xfrm xmlns:a="http://schemas.openxmlformats.org/drawingml/2006/main">
            <a:off x="40386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8" name="grid-v-488">
            <a:extLst xmlns:a="http://schemas.openxmlformats.org/drawingml/2006/main">
              <a:ext uri="{FF2B5EF4-FFF2-40B4-BE49-F238E27FC236}">
                <a16:creationId xmlns:a16="http://schemas.microsoft.com/office/drawing/2014/main" id="{CA0ABDFF-DA7A-426D-95BE-356D0933AF1A}"/>
              </a:ext>
            </a:extLst>
          </p:cNvPr>
          <p:cNvSpPr>
            <a:spLocks xmlns:a="http://schemas.openxmlformats.org/drawingml/2006/main" noGrp="1"/>
          </p:cNvSpPr>
          <p:nvPr/>
        </p:nvSpPr>
        <p:spPr>
          <a:xfrm xmlns:a="http://schemas.openxmlformats.org/drawingml/2006/main">
            <a:off x="46482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9" name="grid-v-552">
            <a:extLst xmlns:a="http://schemas.openxmlformats.org/drawingml/2006/main">
              <a:ext uri="{FF2B5EF4-FFF2-40B4-BE49-F238E27FC236}">
                <a16:creationId xmlns:a16="http://schemas.microsoft.com/office/drawing/2014/main" id="{5413E559-A332-4A41-BDC7-658354447759}"/>
              </a:ext>
            </a:extLst>
          </p:cNvPr>
          <p:cNvSpPr>
            <a:spLocks xmlns:a="http://schemas.openxmlformats.org/drawingml/2006/main" noGrp="1"/>
          </p:cNvSpPr>
          <p:nvPr/>
        </p:nvSpPr>
        <p:spPr>
          <a:xfrm xmlns:a="http://schemas.openxmlformats.org/drawingml/2006/main">
            <a:off x="52578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0" name="grid-v-616">
            <a:extLst xmlns:a="http://schemas.openxmlformats.org/drawingml/2006/main">
              <a:ext uri="{FF2B5EF4-FFF2-40B4-BE49-F238E27FC236}">
                <a16:creationId xmlns:a16="http://schemas.microsoft.com/office/drawing/2014/main" id="{7E67C7A3-8822-4FF6-B304-D42D200580D2}"/>
              </a:ext>
            </a:extLst>
          </p:cNvPr>
          <p:cNvSpPr>
            <a:spLocks xmlns:a="http://schemas.openxmlformats.org/drawingml/2006/main" noGrp="1"/>
          </p:cNvSpPr>
          <p:nvPr/>
        </p:nvSpPr>
        <p:spPr>
          <a:xfrm xmlns:a="http://schemas.openxmlformats.org/drawingml/2006/main">
            <a:off x="58674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1" name="grid-v-680">
            <a:extLst xmlns:a="http://schemas.openxmlformats.org/drawingml/2006/main">
              <a:ext uri="{FF2B5EF4-FFF2-40B4-BE49-F238E27FC236}">
                <a16:creationId xmlns:a16="http://schemas.microsoft.com/office/drawing/2014/main" id="{B91B2B58-E04D-42B6-8248-F5533E9F6366}"/>
              </a:ext>
            </a:extLst>
          </p:cNvPr>
          <p:cNvSpPr>
            <a:spLocks xmlns:a="http://schemas.openxmlformats.org/drawingml/2006/main" noGrp="1"/>
          </p:cNvSpPr>
          <p:nvPr/>
        </p:nvSpPr>
        <p:spPr>
          <a:xfrm xmlns:a="http://schemas.openxmlformats.org/drawingml/2006/main">
            <a:off x="64770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2" name="grid-v-744">
            <a:extLst xmlns:a="http://schemas.openxmlformats.org/drawingml/2006/main">
              <a:ext uri="{FF2B5EF4-FFF2-40B4-BE49-F238E27FC236}">
                <a16:creationId xmlns:a16="http://schemas.microsoft.com/office/drawing/2014/main" id="{EF01D53D-FB4C-4BBD-8F25-2C149EDC2E26}"/>
              </a:ext>
            </a:extLst>
          </p:cNvPr>
          <p:cNvSpPr>
            <a:spLocks xmlns:a="http://schemas.openxmlformats.org/drawingml/2006/main" noGrp="1"/>
          </p:cNvSpPr>
          <p:nvPr/>
        </p:nvSpPr>
        <p:spPr>
          <a:xfrm xmlns:a="http://schemas.openxmlformats.org/drawingml/2006/main">
            <a:off x="70866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3" name="grid-v-808">
            <a:extLst xmlns:a="http://schemas.openxmlformats.org/drawingml/2006/main">
              <a:ext uri="{FF2B5EF4-FFF2-40B4-BE49-F238E27FC236}">
                <a16:creationId xmlns:a16="http://schemas.microsoft.com/office/drawing/2014/main" id="{A13749CE-AD3B-4270-8AC9-E5756676293B}"/>
              </a:ext>
            </a:extLst>
          </p:cNvPr>
          <p:cNvSpPr>
            <a:spLocks xmlns:a="http://schemas.openxmlformats.org/drawingml/2006/main" noGrp="1"/>
          </p:cNvSpPr>
          <p:nvPr/>
        </p:nvSpPr>
        <p:spPr>
          <a:xfrm xmlns:a="http://schemas.openxmlformats.org/drawingml/2006/main">
            <a:off x="76962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4" name="grid-v-872">
            <a:extLst xmlns:a="http://schemas.openxmlformats.org/drawingml/2006/main">
              <a:ext uri="{FF2B5EF4-FFF2-40B4-BE49-F238E27FC236}">
                <a16:creationId xmlns:a16="http://schemas.microsoft.com/office/drawing/2014/main" id="{815E23A4-7569-4BCE-9D4C-1B03CD250DB6}"/>
              </a:ext>
            </a:extLst>
          </p:cNvPr>
          <p:cNvSpPr>
            <a:spLocks xmlns:a="http://schemas.openxmlformats.org/drawingml/2006/main" noGrp="1"/>
          </p:cNvSpPr>
          <p:nvPr/>
        </p:nvSpPr>
        <p:spPr>
          <a:xfrm xmlns:a="http://schemas.openxmlformats.org/drawingml/2006/main">
            <a:off x="83058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5" name="grid-v-936">
            <a:extLst xmlns:a="http://schemas.openxmlformats.org/drawingml/2006/main">
              <a:ext uri="{FF2B5EF4-FFF2-40B4-BE49-F238E27FC236}">
                <a16:creationId xmlns:a16="http://schemas.microsoft.com/office/drawing/2014/main" id="{AF687AFF-DD25-4E79-938B-1EFBF9EB409A}"/>
              </a:ext>
            </a:extLst>
          </p:cNvPr>
          <p:cNvSpPr>
            <a:spLocks xmlns:a="http://schemas.openxmlformats.org/drawingml/2006/main" noGrp="1"/>
          </p:cNvSpPr>
          <p:nvPr/>
        </p:nvSpPr>
        <p:spPr>
          <a:xfrm xmlns:a="http://schemas.openxmlformats.org/drawingml/2006/main">
            <a:off x="89154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6" name="grid-v-1000">
            <a:extLst xmlns:a="http://schemas.openxmlformats.org/drawingml/2006/main">
              <a:ext uri="{FF2B5EF4-FFF2-40B4-BE49-F238E27FC236}">
                <a16:creationId xmlns:a16="http://schemas.microsoft.com/office/drawing/2014/main" id="{E5CC4169-67B6-4F4C-A327-916A116588C7}"/>
              </a:ext>
            </a:extLst>
          </p:cNvPr>
          <p:cNvSpPr>
            <a:spLocks xmlns:a="http://schemas.openxmlformats.org/drawingml/2006/main" noGrp="1"/>
          </p:cNvSpPr>
          <p:nvPr/>
        </p:nvSpPr>
        <p:spPr>
          <a:xfrm xmlns:a="http://schemas.openxmlformats.org/drawingml/2006/main">
            <a:off x="95250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7" name="grid-v-1064">
            <a:extLst xmlns:a="http://schemas.openxmlformats.org/drawingml/2006/main">
              <a:ext uri="{FF2B5EF4-FFF2-40B4-BE49-F238E27FC236}">
                <a16:creationId xmlns:a16="http://schemas.microsoft.com/office/drawing/2014/main" id="{9F2956E3-0014-4F14-8975-B3DCC5AD5A79}"/>
              </a:ext>
            </a:extLst>
          </p:cNvPr>
          <p:cNvSpPr>
            <a:spLocks xmlns:a="http://schemas.openxmlformats.org/drawingml/2006/main" noGrp="1"/>
          </p:cNvSpPr>
          <p:nvPr/>
        </p:nvSpPr>
        <p:spPr>
          <a:xfrm xmlns:a="http://schemas.openxmlformats.org/drawingml/2006/main">
            <a:off x="101346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8" name="grid-v-1128">
            <a:extLst xmlns:a="http://schemas.openxmlformats.org/drawingml/2006/main">
              <a:ext uri="{FF2B5EF4-FFF2-40B4-BE49-F238E27FC236}">
                <a16:creationId xmlns:a16="http://schemas.microsoft.com/office/drawing/2014/main" id="{F9322652-9249-4A4C-A527-1747E04CD120}"/>
              </a:ext>
            </a:extLst>
          </p:cNvPr>
          <p:cNvSpPr>
            <a:spLocks xmlns:a="http://schemas.openxmlformats.org/drawingml/2006/main" noGrp="1"/>
          </p:cNvSpPr>
          <p:nvPr/>
        </p:nvSpPr>
        <p:spPr>
          <a:xfrm xmlns:a="http://schemas.openxmlformats.org/drawingml/2006/main">
            <a:off x="107442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9" name="grid-v-1192">
            <a:extLst xmlns:a="http://schemas.openxmlformats.org/drawingml/2006/main">
              <a:ext uri="{FF2B5EF4-FFF2-40B4-BE49-F238E27FC236}">
                <a16:creationId xmlns:a16="http://schemas.microsoft.com/office/drawing/2014/main" id="{B0FE5273-B00C-4BA4-B722-3EAF9B1A750D}"/>
              </a:ext>
            </a:extLst>
          </p:cNvPr>
          <p:cNvSpPr>
            <a:spLocks xmlns:a="http://schemas.openxmlformats.org/drawingml/2006/main" noGrp="1"/>
          </p:cNvSpPr>
          <p:nvPr/>
        </p:nvSpPr>
        <p:spPr>
          <a:xfrm xmlns:a="http://schemas.openxmlformats.org/drawingml/2006/main">
            <a:off x="113538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0" name="grid-h-112">
            <a:extLst xmlns:a="http://schemas.openxmlformats.org/drawingml/2006/main">
              <a:ext uri="{FF2B5EF4-FFF2-40B4-BE49-F238E27FC236}">
                <a16:creationId xmlns:a16="http://schemas.microsoft.com/office/drawing/2014/main" id="{C1885282-9A1F-430C-B173-734E85B70B8F}"/>
              </a:ext>
            </a:extLst>
          </p:cNvPr>
          <p:cNvSpPr>
            <a:spLocks xmlns:a="http://schemas.openxmlformats.org/drawingml/2006/main" noGrp="1"/>
          </p:cNvSpPr>
          <p:nvPr/>
        </p:nvSpPr>
        <p:spPr>
          <a:xfrm xmlns:a="http://schemas.openxmlformats.org/drawingml/2006/main">
            <a:off x="381000" y="10668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1" name="grid-h-176">
            <a:extLst xmlns:a="http://schemas.openxmlformats.org/drawingml/2006/main">
              <a:ext uri="{FF2B5EF4-FFF2-40B4-BE49-F238E27FC236}">
                <a16:creationId xmlns:a16="http://schemas.microsoft.com/office/drawing/2014/main" id="{15E10A16-345F-4221-9416-D95BB71D6C5E}"/>
              </a:ext>
            </a:extLst>
          </p:cNvPr>
          <p:cNvSpPr>
            <a:spLocks xmlns:a="http://schemas.openxmlformats.org/drawingml/2006/main" noGrp="1"/>
          </p:cNvSpPr>
          <p:nvPr/>
        </p:nvSpPr>
        <p:spPr>
          <a:xfrm xmlns:a="http://schemas.openxmlformats.org/drawingml/2006/main">
            <a:off x="381000" y="16764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2" name="grid-h-240">
            <a:extLst xmlns:a="http://schemas.openxmlformats.org/drawingml/2006/main">
              <a:ext uri="{FF2B5EF4-FFF2-40B4-BE49-F238E27FC236}">
                <a16:creationId xmlns:a16="http://schemas.microsoft.com/office/drawing/2014/main" id="{12597A3A-353D-4E31-8675-B37B384C225C}"/>
              </a:ext>
            </a:extLst>
          </p:cNvPr>
          <p:cNvSpPr>
            <a:spLocks xmlns:a="http://schemas.openxmlformats.org/drawingml/2006/main" noGrp="1"/>
          </p:cNvSpPr>
          <p:nvPr/>
        </p:nvSpPr>
        <p:spPr>
          <a:xfrm xmlns:a="http://schemas.openxmlformats.org/drawingml/2006/main">
            <a:off x="381000" y="22860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3" name="grid-h-304">
            <a:extLst xmlns:a="http://schemas.openxmlformats.org/drawingml/2006/main">
              <a:ext uri="{FF2B5EF4-FFF2-40B4-BE49-F238E27FC236}">
                <a16:creationId xmlns:a16="http://schemas.microsoft.com/office/drawing/2014/main" id="{2F6EE05E-22AA-4BDD-8C0A-3126CBBE9D6D}"/>
              </a:ext>
            </a:extLst>
          </p:cNvPr>
          <p:cNvSpPr>
            <a:spLocks xmlns:a="http://schemas.openxmlformats.org/drawingml/2006/main" noGrp="1"/>
          </p:cNvSpPr>
          <p:nvPr/>
        </p:nvSpPr>
        <p:spPr>
          <a:xfrm xmlns:a="http://schemas.openxmlformats.org/drawingml/2006/main">
            <a:off x="381000" y="28956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4" name="grid-h-368">
            <a:extLst xmlns:a="http://schemas.openxmlformats.org/drawingml/2006/main">
              <a:ext uri="{FF2B5EF4-FFF2-40B4-BE49-F238E27FC236}">
                <a16:creationId xmlns:a16="http://schemas.microsoft.com/office/drawing/2014/main" id="{938CBDEA-7C88-4E6B-9D84-F6EF230960ED}"/>
              </a:ext>
            </a:extLst>
          </p:cNvPr>
          <p:cNvSpPr>
            <a:spLocks xmlns:a="http://schemas.openxmlformats.org/drawingml/2006/main" noGrp="1"/>
          </p:cNvSpPr>
          <p:nvPr/>
        </p:nvSpPr>
        <p:spPr>
          <a:xfrm xmlns:a="http://schemas.openxmlformats.org/drawingml/2006/main">
            <a:off x="381000" y="35052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5" name="grid-h-432">
            <a:extLst xmlns:a="http://schemas.openxmlformats.org/drawingml/2006/main">
              <a:ext uri="{FF2B5EF4-FFF2-40B4-BE49-F238E27FC236}">
                <a16:creationId xmlns:a16="http://schemas.microsoft.com/office/drawing/2014/main" id="{D1ADCBBB-C70B-465C-83B2-7494DDFEDD40}"/>
              </a:ext>
            </a:extLst>
          </p:cNvPr>
          <p:cNvSpPr>
            <a:spLocks xmlns:a="http://schemas.openxmlformats.org/drawingml/2006/main" noGrp="1"/>
          </p:cNvSpPr>
          <p:nvPr/>
        </p:nvSpPr>
        <p:spPr>
          <a:xfrm xmlns:a="http://schemas.openxmlformats.org/drawingml/2006/main">
            <a:off x="381000" y="41148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6" name="grid-h-496">
            <a:extLst xmlns:a="http://schemas.openxmlformats.org/drawingml/2006/main">
              <a:ext uri="{FF2B5EF4-FFF2-40B4-BE49-F238E27FC236}">
                <a16:creationId xmlns:a16="http://schemas.microsoft.com/office/drawing/2014/main" id="{EA2CB313-3439-41CF-A725-EE70AE0341B8}"/>
              </a:ext>
            </a:extLst>
          </p:cNvPr>
          <p:cNvSpPr>
            <a:spLocks xmlns:a="http://schemas.openxmlformats.org/drawingml/2006/main" noGrp="1"/>
          </p:cNvSpPr>
          <p:nvPr/>
        </p:nvSpPr>
        <p:spPr>
          <a:xfrm xmlns:a="http://schemas.openxmlformats.org/drawingml/2006/main">
            <a:off x="381000" y="47244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7" name="grid-h-560">
            <a:extLst xmlns:a="http://schemas.openxmlformats.org/drawingml/2006/main">
              <a:ext uri="{FF2B5EF4-FFF2-40B4-BE49-F238E27FC236}">
                <a16:creationId xmlns:a16="http://schemas.microsoft.com/office/drawing/2014/main" id="{27204A9A-C3C3-4E1E-A290-68AF00EADC5D}"/>
              </a:ext>
            </a:extLst>
          </p:cNvPr>
          <p:cNvSpPr>
            <a:spLocks xmlns:a="http://schemas.openxmlformats.org/drawingml/2006/main" noGrp="1"/>
          </p:cNvSpPr>
          <p:nvPr/>
        </p:nvSpPr>
        <p:spPr>
          <a:xfrm xmlns:a="http://schemas.openxmlformats.org/drawingml/2006/main">
            <a:off x="381000" y="53340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8" name="grid-h-624">
            <a:extLst xmlns:a="http://schemas.openxmlformats.org/drawingml/2006/main">
              <a:ext uri="{FF2B5EF4-FFF2-40B4-BE49-F238E27FC236}">
                <a16:creationId xmlns:a16="http://schemas.microsoft.com/office/drawing/2014/main" id="{4BC99AB7-8A96-4E9E-8628-8A35C1577495}"/>
              </a:ext>
            </a:extLst>
          </p:cNvPr>
          <p:cNvSpPr>
            <a:spLocks xmlns:a="http://schemas.openxmlformats.org/drawingml/2006/main" noGrp="1"/>
          </p:cNvSpPr>
          <p:nvPr/>
        </p:nvSpPr>
        <p:spPr>
          <a:xfrm xmlns:a="http://schemas.openxmlformats.org/drawingml/2006/main">
            <a:off x="381000" y="59436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9" name="top-rule">
            <a:extLst xmlns:a="http://schemas.openxmlformats.org/drawingml/2006/main">
              <a:ext uri="{FF2B5EF4-FFF2-40B4-BE49-F238E27FC236}">
                <a16:creationId xmlns:a16="http://schemas.microsoft.com/office/drawing/2014/main" id="{2B3FE039-834E-4807-B809-0851E89C17F9}"/>
              </a:ext>
            </a:extLst>
          </p:cNvPr>
          <p:cNvSpPr>
            <a:spLocks xmlns:a="http://schemas.openxmlformats.org/drawingml/2006/main" noGrp="1"/>
          </p:cNvSpPr>
          <p:nvPr/>
        </p:nvSpPr>
        <p:spPr>
          <a:xfrm xmlns:a="http://schemas.openxmlformats.org/drawingml/2006/main">
            <a:off x="381000" y="876300"/>
            <a:ext cx="11430000" cy="0"/>
          </a:xfrm>
          <a:prstGeom xmlns:a="http://schemas.openxmlformats.org/drawingml/2006/main" prst="line">
            <a:avLst/>
          </a:prstGeom>
          <a:noFill xmlns:a="http://schemas.openxmlformats.org/drawingml/2006/main"/>
          <a:ln xmlns:a="http://schemas.openxmlformats.org/drawingml/2006/main" w="11430">
            <a:solidFill>
              <a:srgbClr val="252A26"/>
            </a:solidFill>
            <a:prstDash val="solid"/>
          </a:ln>
        </p:spPr>
      </p:sp>
      <p:sp>
        <p:nvSpPr>
          <p:cNvPr id="30" name="wordmark">
            <a:extLst xmlns:a="http://schemas.openxmlformats.org/drawingml/2006/main">
              <a:ext uri="{FF2B5EF4-FFF2-40B4-BE49-F238E27FC236}">
                <a16:creationId xmlns:a16="http://schemas.microsoft.com/office/drawing/2014/main" id="{732FD54F-CB3C-4F48-8583-91E94F0CA718}"/>
              </a:ext>
            </a:extLst>
          </p:cNvPr>
          <p:cNvSpPr>
            <a:spLocks xmlns:a="http://schemas.openxmlformats.org/drawingml/2006/main" noGrp="1"/>
          </p:cNvSpPr>
          <p:nvPr/>
        </p:nvSpPr>
        <p:spPr>
          <a:xfrm xmlns:a="http://schemas.openxmlformats.org/drawingml/2006/main">
            <a:off x="381000" y="228600"/>
            <a:ext cx="1714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2550" b="1">
                <a:solidFill>
                  <a:srgbClr val="F1EFE5"/>
                </a:solidFill>
                <a:latin typeface="Arial Black"/>
                <a:ea typeface="Arial Black"/>
                <a:cs typeface="Arial Black"/>
              </a:defRPr>
            </a:pPr>
            <a:r>
              <a:rPr sz="2550" b="1">
                <a:solidFill>
                  <a:srgbClr val="F1EFE5"/>
                </a:solidFill>
                <a:latin typeface="Arial Black"/>
                <a:ea typeface="Arial Black"/>
                <a:cs typeface="Arial Black"/>
              </a:rPr>
              <a:t>POOL</a:t>
            </a:r>
          </a:p>
        </p:txBody>
      </p:sp>
      <p:sp>
        <p:nvSpPr>
          <p:cNvPr id="31" name="environment-label">
            <a:extLst xmlns:a="http://schemas.openxmlformats.org/drawingml/2006/main">
              <a:ext uri="{FF2B5EF4-FFF2-40B4-BE49-F238E27FC236}">
                <a16:creationId xmlns:a16="http://schemas.microsoft.com/office/drawing/2014/main" id="{22ACFD77-8F1C-489E-83A0-F108EC78FE9F}"/>
              </a:ext>
            </a:extLst>
          </p:cNvPr>
          <p:cNvSpPr>
            <a:spLocks xmlns:a="http://schemas.openxmlformats.org/drawingml/2006/main" noGrp="1"/>
          </p:cNvSpPr>
          <p:nvPr/>
        </p:nvSpPr>
        <p:spPr>
          <a:xfrm xmlns:a="http://schemas.openxmlformats.org/drawingml/2006/main">
            <a:off x="4705350" y="352425"/>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0000"/>
              </a:lnSpc>
              <a:buNone/>
              <a:defRPr sz="1050" b="0">
                <a:solidFill>
                  <a:srgbClr val="858B84"/>
                </a:solidFill>
                <a:latin typeface="Courier New"/>
                <a:ea typeface="Courier New"/>
                <a:cs typeface="Courier New"/>
              </a:defRPr>
            </a:pPr>
            <a:r>
              <a:rPr sz="1050" b="0">
                <a:solidFill>
                  <a:srgbClr val="858B84"/>
                </a:solidFill>
                <a:latin typeface="Courier New"/>
                <a:ea typeface="Courier New"/>
                <a:cs typeface="Courier New"/>
              </a:rPr>
              <a:t>SIMULATED SELLER COMPETITION</a:t>
            </a:r>
          </a:p>
        </p:txBody>
      </p:sp>
      <p:sp>
        <p:nvSpPr>
          <p:cNvPr id="32" name="slide-index">
            <a:extLst xmlns:a="http://schemas.openxmlformats.org/drawingml/2006/main">
              <a:ext uri="{FF2B5EF4-FFF2-40B4-BE49-F238E27FC236}">
                <a16:creationId xmlns:a16="http://schemas.microsoft.com/office/drawing/2014/main" id="{ACA01510-8C05-4B95-B0EE-BA161AD03C09}"/>
              </a:ext>
            </a:extLst>
          </p:cNvPr>
          <p:cNvSpPr>
            <a:spLocks xmlns:a="http://schemas.openxmlformats.org/drawingml/2006/main" noGrp="1"/>
          </p:cNvSpPr>
          <p:nvPr/>
        </p:nvSpPr>
        <p:spPr>
          <a:xfrm xmlns:a="http://schemas.openxmlformats.org/drawingml/2006/main">
            <a:off x="10572750" y="352425"/>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1050" b="0">
                <a:solidFill>
                  <a:srgbClr val="858B84"/>
                </a:solidFill>
                <a:latin typeface="Courier New"/>
                <a:ea typeface="Courier New"/>
                <a:cs typeface="Courier New"/>
              </a:defRPr>
            </a:pPr>
            <a:r>
              <a:rPr sz="1050" b="0">
                <a:solidFill>
                  <a:srgbClr val="858B84"/>
                </a:solidFill>
                <a:latin typeface="Courier New"/>
                <a:ea typeface="Courier New"/>
                <a:cs typeface="Courier New"/>
              </a:rPr>
              <a:t>04 / 06</a:t>
            </a:r>
          </a:p>
        </p:txBody>
      </p:sp>
      <p:sp>
        <p:nvSpPr>
          <p:cNvPr id="33" name="event-footer">
            <a:extLst xmlns:a="http://schemas.openxmlformats.org/drawingml/2006/main">
              <a:ext uri="{FF2B5EF4-FFF2-40B4-BE49-F238E27FC236}">
                <a16:creationId xmlns:a16="http://schemas.microsoft.com/office/drawing/2014/main" id="{FC146A77-EC40-4069-AFD7-E6BD17DD00FE}"/>
              </a:ext>
            </a:extLst>
          </p:cNvPr>
          <p:cNvSpPr>
            <a:spLocks xmlns:a="http://schemas.openxmlformats.org/drawingml/2006/main" noGrp="1"/>
          </p:cNvSpPr>
          <p:nvPr/>
        </p:nvSpPr>
        <p:spPr>
          <a:xfrm xmlns:a="http://schemas.openxmlformats.org/drawingml/2006/main">
            <a:off x="381000" y="6467475"/>
            <a:ext cx="4572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0">
                <a:solidFill>
                  <a:srgbClr val="858B84"/>
                </a:solidFill>
                <a:latin typeface="Courier New"/>
                <a:ea typeface="Courier New"/>
                <a:cs typeface="Courier New"/>
              </a:defRPr>
            </a:pPr>
            <a:r>
              <a:rPr sz="900" b="0">
                <a:solidFill>
                  <a:srgbClr val="858B84"/>
                </a:solidFill>
                <a:latin typeface="Courier New"/>
                <a:ea typeface="Courier New"/>
                <a:cs typeface="Courier New"/>
              </a:rPr>
              <a:t>RAINGENTIC COMMERCE · RAIN + MONAD</a:t>
            </a:r>
          </a:p>
        </p:txBody>
      </p:sp>
      <p:sp>
        <p:nvSpPr>
          <p:cNvPr id="34" name="honesty-footer">
            <a:extLst xmlns:a="http://schemas.openxmlformats.org/drawingml/2006/main">
              <a:ext uri="{FF2B5EF4-FFF2-40B4-BE49-F238E27FC236}">
                <a16:creationId xmlns:a16="http://schemas.microsoft.com/office/drawing/2014/main" id="{39E8D377-C18B-42A0-987A-8EBCA78C2B95}"/>
              </a:ext>
            </a:extLst>
          </p:cNvPr>
          <p:cNvSpPr>
            <a:spLocks xmlns:a="http://schemas.openxmlformats.org/drawingml/2006/main" noGrp="1"/>
          </p:cNvSpPr>
          <p:nvPr/>
        </p:nvSpPr>
        <p:spPr>
          <a:xfrm xmlns:a="http://schemas.openxmlformats.org/drawingml/2006/main">
            <a:off x="6934200" y="6467475"/>
            <a:ext cx="4876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0">
                <a:solidFill>
                  <a:srgbClr val="858B84"/>
                </a:solidFill>
                <a:latin typeface="Courier New"/>
                <a:ea typeface="Courier New"/>
                <a:cs typeface="Courier New"/>
              </a:defRPr>
            </a:pPr>
            <a:r>
              <a:rPr sz="900" b="0">
                <a:solidFill>
                  <a:srgbClr val="858B84"/>
                </a:solidFill>
                <a:latin typeface="Courier New"/>
                <a:ea typeface="Courier New"/>
                <a:cs typeface="Courier New"/>
              </a:rPr>
              <a:t>SANDBOX / TESTNET CLAIMS REQUIRE RENDERED EVIDENCE</a:t>
            </a:r>
          </a:p>
        </p:txBody>
      </p:sp>
      <p:sp>
        <p:nvSpPr>
          <p:cNvPr id="35" name="eyebrow">
            <a:extLst xmlns:a="http://schemas.openxmlformats.org/drawingml/2006/main">
              <a:ext uri="{FF2B5EF4-FFF2-40B4-BE49-F238E27FC236}">
                <a16:creationId xmlns:a16="http://schemas.microsoft.com/office/drawing/2014/main" id="{0AE85C1A-AED5-4C10-B322-F5AF7700C2DF}"/>
              </a:ext>
            </a:extLst>
          </p:cNvPr>
          <p:cNvSpPr>
            <a:spLocks xmlns:a="http://schemas.openxmlformats.org/drawingml/2006/main" noGrp="1"/>
          </p:cNvSpPr>
          <p:nvPr/>
        </p:nvSpPr>
        <p:spPr>
          <a:xfrm xmlns:a="http://schemas.openxmlformats.org/drawingml/2006/main">
            <a:off x="381000" y="1123950"/>
            <a:ext cx="533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125" b="1">
                <a:solidFill>
                  <a:srgbClr val="C7F52F"/>
                </a:solidFill>
                <a:latin typeface="Courier New"/>
                <a:ea typeface="Courier New"/>
                <a:cs typeface="Courier New"/>
              </a:defRPr>
            </a:pPr>
            <a:r>
              <a:rPr sz="1125" b="1">
                <a:solidFill>
                  <a:srgbClr val="C7F52F"/>
                </a:solidFill>
                <a:latin typeface="Courier New"/>
                <a:ea typeface="Courier New"/>
                <a:cs typeface="Courier New"/>
              </a:rPr>
              <a:t>03 / CLEAR</a:t>
            </a:r>
          </a:p>
        </p:txBody>
      </p:sp>
      <p:sp>
        <p:nvSpPr>
          <p:cNvPr id="36" name="slide-title">
            <a:extLst xmlns:a="http://schemas.openxmlformats.org/drawingml/2006/main">
              <a:ext uri="{FF2B5EF4-FFF2-40B4-BE49-F238E27FC236}">
                <a16:creationId xmlns:a16="http://schemas.microsoft.com/office/drawing/2014/main" id="{86E43172-DE23-4946-85FB-23CBFEB8E191}"/>
              </a:ext>
            </a:extLst>
          </p:cNvPr>
          <p:cNvSpPr>
            <a:spLocks xmlns:a="http://schemas.openxmlformats.org/drawingml/2006/main" noGrp="1"/>
          </p:cNvSpPr>
          <p:nvPr/>
        </p:nvSpPr>
        <p:spPr>
          <a:xfrm xmlns:a="http://schemas.openxmlformats.org/drawingml/2006/main">
            <a:off x="381000" y="1409700"/>
            <a:ext cx="10858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3750" b="1">
                <a:solidFill>
                  <a:srgbClr val="F1EFE5"/>
                </a:solidFill>
                <a:latin typeface="Arial Black"/>
                <a:ea typeface="Arial Black"/>
                <a:cs typeface="Arial Black"/>
              </a:defRPr>
            </a:pPr>
            <a:r>
              <a:rPr sz="3750" b="1">
                <a:solidFill>
                  <a:srgbClr val="F1EFE5"/>
                </a:solidFill>
                <a:latin typeface="Arial Black"/>
                <a:ea typeface="Arial Black"/>
                <a:cs typeface="Arial Black"/>
              </a:rPr>
              <a:t>SELLERS COMPETE FOR ONE ORDER.</a:t>
            </a:r>
          </a:p>
        </p:txBody>
      </p:sp>
      <p:sp>
        <p:nvSpPr>
          <p:cNvPr id="37" name="frozen-quantity">
            <a:extLst xmlns:a="http://schemas.openxmlformats.org/drawingml/2006/main">
              <a:ext uri="{FF2B5EF4-FFF2-40B4-BE49-F238E27FC236}">
                <a16:creationId xmlns:a16="http://schemas.microsoft.com/office/drawing/2014/main" id="{1BBA788B-96F7-4FA7-91E4-BD7F65A2FB9F}"/>
              </a:ext>
            </a:extLst>
          </p:cNvPr>
          <p:cNvSpPr>
            <a:spLocks xmlns:a="http://schemas.openxmlformats.org/drawingml/2006/main" noGrp="1"/>
          </p:cNvSpPr>
          <p:nvPr/>
        </p:nvSpPr>
        <p:spPr>
          <a:xfrm xmlns:a="http://schemas.openxmlformats.org/drawingml/2006/main">
            <a:off x="400050" y="2667000"/>
            <a:ext cx="209550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7800" b="1">
                <a:solidFill>
                  <a:srgbClr val="C7F52F"/>
                </a:solidFill>
                <a:latin typeface="Arial Black"/>
                <a:ea typeface="Arial Black"/>
                <a:cs typeface="Arial Black"/>
              </a:defRPr>
            </a:pPr>
            <a:r>
              <a:rPr sz="7800" b="1">
                <a:solidFill>
                  <a:srgbClr val="C7F52F"/>
                </a:solidFill>
                <a:latin typeface="Arial Black"/>
                <a:ea typeface="Arial Black"/>
                <a:cs typeface="Arial Black"/>
              </a:rPr>
              <a:t>12</a:t>
            </a:r>
          </a:p>
        </p:txBody>
      </p:sp>
      <p:sp>
        <p:nvSpPr>
          <p:cNvPr id="38" name="frozen-label">
            <a:extLst xmlns:a="http://schemas.openxmlformats.org/drawingml/2006/main">
              <a:ext uri="{FF2B5EF4-FFF2-40B4-BE49-F238E27FC236}">
                <a16:creationId xmlns:a16="http://schemas.microsoft.com/office/drawing/2014/main" id="{128151E1-1A5F-42AB-B300-DAB3FC584DA2}"/>
              </a:ext>
            </a:extLst>
          </p:cNvPr>
          <p:cNvSpPr>
            <a:spLocks xmlns:a="http://schemas.openxmlformats.org/drawingml/2006/main" noGrp="1"/>
          </p:cNvSpPr>
          <p:nvPr/>
        </p:nvSpPr>
        <p:spPr>
          <a:xfrm xmlns:a="http://schemas.openxmlformats.org/drawingml/2006/main">
            <a:off x="457200" y="3867150"/>
            <a:ext cx="209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350" b="0">
                <a:solidFill>
                  <a:srgbClr val="D3D1C8"/>
                </a:solidFill>
                <a:latin typeface="Courier New"/>
                <a:ea typeface="Courier New"/>
                <a:cs typeface="Courier New"/>
              </a:defRPr>
            </a:pPr>
            <a:r>
              <a:rPr sz="1350" b="0">
                <a:solidFill>
                  <a:srgbClr val="D3D1C8"/>
                </a:solidFill>
                <a:latin typeface="Courier New"/>
                <a:ea typeface="Courier New"/>
                <a:cs typeface="Courier New"/>
              </a:rPr>
              <a:t>UNITS FROZEN</a:t>
            </a:r>
          </a:p>
        </p:txBody>
      </p:sp>
      <p:sp>
        <p:nvSpPr>
          <p:cNvPr id="39" name="frozen-copy">
            <a:extLst xmlns:a="http://schemas.openxmlformats.org/drawingml/2006/main">
              <a:ext uri="{FF2B5EF4-FFF2-40B4-BE49-F238E27FC236}">
                <a16:creationId xmlns:a16="http://schemas.microsoft.com/office/drawing/2014/main" id="{94C95AEE-EF9B-43F2-9329-AE01C28F9176}"/>
              </a:ext>
            </a:extLst>
          </p:cNvPr>
          <p:cNvSpPr>
            <a:spLocks xmlns:a="http://schemas.openxmlformats.org/drawingml/2006/main" noGrp="1"/>
          </p:cNvSpPr>
          <p:nvPr/>
        </p:nvSpPr>
        <p:spPr>
          <a:xfrm xmlns:a="http://schemas.openxmlformats.org/drawingml/2006/main">
            <a:off x="457200" y="4362450"/>
            <a:ext cx="27622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2000"/>
              </a:lnSpc>
              <a:buNone/>
              <a:defRPr sz="1425" b="0">
                <a:solidFill>
                  <a:srgbClr val="858B84"/>
                </a:solidFill>
                <a:latin typeface="Arial"/>
                <a:ea typeface="Arial"/>
                <a:cs typeface="Arial"/>
              </a:defRPr>
            </a:pPr>
            <a:r>
              <a:rPr sz="1425" b="0">
                <a:solidFill>
                  <a:srgbClr val="858B84"/>
                </a:solidFill>
                <a:latin typeface="Arial"/>
                <a:ea typeface="Arial"/>
                <a:cs typeface="Arial"/>
              </a:rPr>
              <a:t>Quantity stays server-pinned</a:t>
            </a:r>
          </a:p>
          <a:p xmlns:a="http://schemas.openxmlformats.org/drawingml/2006/main">
            <a:pPr algn="l">
              <a:lnSpc>
                <a:spcPct val="112000"/>
              </a:lnSpc>
              <a:buNone/>
              <a:defRPr sz="1425" b="0">
                <a:solidFill>
                  <a:srgbClr val="858B84"/>
                </a:solidFill>
                <a:latin typeface="Arial"/>
                <a:ea typeface="Arial"/>
                <a:cs typeface="Arial"/>
              </a:defRPr>
            </a:pPr>
            <a:r>
              <a:rPr sz="1425" b="0">
                <a:solidFill>
                  <a:srgbClr val="858B84"/>
                </a:solidFill>
                <a:latin typeface="Arial"/>
                <a:ea typeface="Arial"/>
                <a:cs typeface="Arial"/>
              </a:rPr>
              <a:t>through every merchant round.</a:t>
            </a:r>
          </a:p>
        </p:txBody>
      </p:sp>
      <p:sp>
        <p:nvSpPr>
          <p:cNvPr id="40" name="market-divider">
            <a:extLst xmlns:a="http://schemas.openxmlformats.org/drawingml/2006/main">
              <a:ext uri="{FF2B5EF4-FFF2-40B4-BE49-F238E27FC236}">
                <a16:creationId xmlns:a16="http://schemas.microsoft.com/office/drawing/2014/main" id="{362C2781-895C-4971-A507-49153B4C75E2}"/>
              </a:ext>
            </a:extLst>
          </p:cNvPr>
          <p:cNvSpPr>
            <a:spLocks xmlns:a="http://schemas.openxmlformats.org/drawingml/2006/main" noGrp="1"/>
          </p:cNvSpPr>
          <p:nvPr/>
        </p:nvSpPr>
        <p:spPr>
          <a:xfrm xmlns:a="http://schemas.openxmlformats.org/drawingml/2006/main">
            <a:off x="3333750" y="2533650"/>
            <a:ext cx="0" cy="2971800"/>
          </a:xfrm>
          <a:prstGeom xmlns:a="http://schemas.openxmlformats.org/drawingml/2006/main" prst="line">
            <a:avLst/>
          </a:prstGeom>
          <a:noFill xmlns:a="http://schemas.openxmlformats.org/drawingml/2006/main"/>
          <a:ln xmlns:a="http://schemas.openxmlformats.org/drawingml/2006/main" w="14288">
            <a:solidFill>
              <a:srgbClr val="252A26"/>
            </a:solidFill>
            <a:prstDash val="solid"/>
          </a:ln>
        </p:spPr>
      </p:sp>
      <p:sp>
        <p:nvSpPr>
          <p:cNvPr id="41" name="offer-index-0">
            <a:extLst xmlns:a="http://schemas.openxmlformats.org/drawingml/2006/main">
              <a:ext uri="{FF2B5EF4-FFF2-40B4-BE49-F238E27FC236}">
                <a16:creationId xmlns:a16="http://schemas.microsoft.com/office/drawing/2014/main" id="{386752D5-4B38-4045-818E-C3C0625C8642}"/>
              </a:ext>
            </a:extLst>
          </p:cNvPr>
          <p:cNvSpPr>
            <a:spLocks xmlns:a="http://schemas.openxmlformats.org/drawingml/2006/main" noGrp="1"/>
          </p:cNvSpPr>
          <p:nvPr/>
        </p:nvSpPr>
        <p:spPr>
          <a:xfrm xmlns:a="http://schemas.openxmlformats.org/drawingml/2006/main">
            <a:off x="3733800" y="2647950"/>
            <a:ext cx="342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125" b="0">
                <a:solidFill>
                  <a:srgbClr val="858B84"/>
                </a:solidFill>
                <a:latin typeface="Courier New"/>
                <a:ea typeface="Courier New"/>
                <a:cs typeface="Courier New"/>
              </a:defRPr>
            </a:pPr>
            <a:r>
              <a:rPr sz="1125" b="0">
                <a:solidFill>
                  <a:srgbClr val="858B84"/>
                </a:solidFill>
                <a:latin typeface="Courier New"/>
                <a:ea typeface="Courier New"/>
                <a:cs typeface="Courier New"/>
              </a:rPr>
              <a:t>01</a:t>
            </a:r>
          </a:p>
        </p:txBody>
      </p:sp>
      <p:sp>
        <p:nvSpPr>
          <p:cNvPr id="42" name="offer-merchant-0">
            <a:extLst xmlns:a="http://schemas.openxmlformats.org/drawingml/2006/main">
              <a:ext uri="{FF2B5EF4-FFF2-40B4-BE49-F238E27FC236}">
                <a16:creationId xmlns:a16="http://schemas.microsoft.com/office/drawing/2014/main" id="{67C622A4-EC49-45DB-ACF1-485F32B84AD2}"/>
              </a:ext>
            </a:extLst>
          </p:cNvPr>
          <p:cNvSpPr>
            <a:spLocks xmlns:a="http://schemas.openxmlformats.org/drawingml/2006/main" noGrp="1"/>
          </p:cNvSpPr>
          <p:nvPr/>
        </p:nvSpPr>
        <p:spPr>
          <a:xfrm xmlns:a="http://schemas.openxmlformats.org/drawingml/2006/main">
            <a:off x="4267200" y="2647950"/>
            <a:ext cx="247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500" b="0">
                <a:solidFill>
                  <a:srgbClr val="F1EFE5"/>
                </a:solidFill>
                <a:latin typeface="Courier New"/>
                <a:ea typeface="Courier New"/>
                <a:cs typeface="Courier New"/>
              </a:defRPr>
            </a:pPr>
            <a:r>
              <a:rPr sz="1500" b="0">
                <a:solidFill>
                  <a:srgbClr val="F1EFE5"/>
                </a:solidFill>
                <a:latin typeface="Courier New"/>
                <a:ea typeface="Courier New"/>
                <a:cs typeface="Courier New"/>
              </a:rPr>
              <a:t>SIGNAL SUPPLY</a:t>
            </a:r>
          </a:p>
        </p:txBody>
      </p:sp>
      <p:sp>
        <p:nvSpPr>
          <p:cNvPr id="43" name="offer-initial-0">
            <a:extLst xmlns:a="http://schemas.openxmlformats.org/drawingml/2006/main">
              <a:ext uri="{FF2B5EF4-FFF2-40B4-BE49-F238E27FC236}">
                <a16:creationId xmlns:a16="http://schemas.microsoft.com/office/drawing/2014/main" id="{2E852748-CF6A-460C-B830-F4F150F97FC7}"/>
              </a:ext>
            </a:extLst>
          </p:cNvPr>
          <p:cNvSpPr>
            <a:spLocks xmlns:a="http://schemas.openxmlformats.org/drawingml/2006/main" noGrp="1"/>
          </p:cNvSpPr>
          <p:nvPr/>
        </p:nvSpPr>
        <p:spPr>
          <a:xfrm xmlns:a="http://schemas.openxmlformats.org/drawingml/2006/main">
            <a:off x="6953250" y="2571750"/>
            <a:ext cx="1047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2250" b="1">
                <a:solidFill>
                  <a:srgbClr val="858B84"/>
                </a:solidFill>
                <a:latin typeface="Arial Black"/>
                <a:ea typeface="Arial Black"/>
                <a:cs typeface="Arial Black"/>
              </a:defRPr>
            </a:pPr>
            <a:r>
              <a:rPr sz="2250" b="1">
                <a:solidFill>
                  <a:srgbClr val="858B84"/>
                </a:solidFill>
                <a:latin typeface="Arial Black"/>
                <a:ea typeface="Arial Black"/>
                <a:cs typeface="Arial Black"/>
              </a:rPr>
              <a:t>$401</a:t>
            </a:r>
          </a:p>
        </p:txBody>
      </p:sp>
      <p:sp>
        <p:nvSpPr>
          <p:cNvPr id="44" name="offer-arrow-0-shaft">
            <a:extLst xmlns:a="http://schemas.openxmlformats.org/drawingml/2006/main">
              <a:ext uri="{FF2B5EF4-FFF2-40B4-BE49-F238E27FC236}">
                <a16:creationId xmlns:a16="http://schemas.microsoft.com/office/drawing/2014/main" id="{8B2B4BA9-AF69-454D-8AC4-5679A084BAB9}"/>
              </a:ext>
            </a:extLst>
          </p:cNvPr>
          <p:cNvSpPr>
            <a:spLocks xmlns:a="http://schemas.openxmlformats.org/drawingml/2006/main" noGrp="1"/>
          </p:cNvSpPr>
          <p:nvPr/>
        </p:nvSpPr>
        <p:spPr>
          <a:xfrm xmlns:a="http://schemas.openxmlformats.org/drawingml/2006/main">
            <a:off x="8248650" y="2752725"/>
            <a:ext cx="723900" cy="28575"/>
          </a:xfrm>
          <a:prstGeom xmlns:a="http://schemas.openxmlformats.org/drawingml/2006/main" prst="rect">
            <a:avLst/>
          </a:prstGeom>
          <a:solidFill xmlns:a="http://schemas.openxmlformats.org/drawingml/2006/main">
            <a:srgbClr val="C7F52F"/>
          </a:solidFill>
          <a:ln xmlns:a="http://schemas.openxmlformats.org/drawingml/2006/main" w="0">
            <a:noFill/>
            <a:prstDash val="solid"/>
          </a:ln>
        </p:spPr>
      </p:sp>
      <p:sp>
        <p:nvSpPr>
          <p:cNvPr id="45" name="offer-arrow-0-head">
            <a:extLst xmlns:a="http://schemas.openxmlformats.org/drawingml/2006/main">
              <a:ext uri="{FF2B5EF4-FFF2-40B4-BE49-F238E27FC236}">
                <a16:creationId xmlns:a16="http://schemas.microsoft.com/office/drawing/2014/main" id="{18E8C54A-72CD-4D15-8756-99F4FE64E418}"/>
              </a:ext>
            </a:extLst>
          </p:cNvPr>
          <p:cNvSpPr>
            <a:spLocks xmlns:a="http://schemas.openxmlformats.org/drawingml/2006/main" noGrp="1"/>
          </p:cNvSpPr>
          <p:nvPr/>
        </p:nvSpPr>
        <p:spPr>
          <a:xfrm xmlns:a="http://schemas.openxmlformats.org/drawingml/2006/main">
            <a:off x="8934450" y="2676525"/>
            <a:ext cx="209550" cy="180975"/>
          </a:xfrm>
          <a:prstGeom xmlns:a="http://schemas.openxmlformats.org/drawingml/2006/main" prst="rightArrow">
            <a:avLst/>
          </a:prstGeom>
          <a:solidFill xmlns:a="http://schemas.openxmlformats.org/drawingml/2006/main">
            <a:srgbClr val="C7F52F"/>
          </a:solidFill>
          <a:ln xmlns:a="http://schemas.openxmlformats.org/drawingml/2006/main" w="0">
            <a:noFill/>
            <a:prstDash val="solid"/>
          </a:ln>
        </p:spPr>
      </p:sp>
      <p:sp>
        <p:nvSpPr>
          <p:cNvPr id="46" name="offer-final-0">
            <a:extLst xmlns:a="http://schemas.openxmlformats.org/drawingml/2006/main">
              <a:ext uri="{FF2B5EF4-FFF2-40B4-BE49-F238E27FC236}">
                <a16:creationId xmlns:a16="http://schemas.microsoft.com/office/drawing/2014/main" id="{6B3A8DB5-293A-4D05-A2C7-4F249E118B8F}"/>
              </a:ext>
            </a:extLst>
          </p:cNvPr>
          <p:cNvSpPr>
            <a:spLocks xmlns:a="http://schemas.openxmlformats.org/drawingml/2006/main" noGrp="1"/>
          </p:cNvSpPr>
          <p:nvPr/>
        </p:nvSpPr>
        <p:spPr>
          <a:xfrm xmlns:a="http://schemas.openxmlformats.org/drawingml/2006/main">
            <a:off x="9277350" y="2552700"/>
            <a:ext cx="14097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2775" b="1">
                <a:solidFill>
                  <a:srgbClr val="C7F52F"/>
                </a:solidFill>
                <a:latin typeface="Arial Black"/>
                <a:ea typeface="Arial Black"/>
                <a:cs typeface="Arial Black"/>
              </a:defRPr>
            </a:pPr>
            <a:r>
              <a:rPr sz="2775" b="1">
                <a:solidFill>
                  <a:srgbClr val="C7F52F"/>
                </a:solidFill>
                <a:latin typeface="Arial Black"/>
                <a:ea typeface="Arial Black"/>
                <a:cs typeface="Arial Black"/>
              </a:rPr>
              <a:t>$389</a:t>
            </a:r>
          </a:p>
        </p:txBody>
      </p:sp>
      <p:sp>
        <p:nvSpPr>
          <p:cNvPr id="47" name="winner-label">
            <a:extLst xmlns:a="http://schemas.openxmlformats.org/drawingml/2006/main">
              <a:ext uri="{FF2B5EF4-FFF2-40B4-BE49-F238E27FC236}">
                <a16:creationId xmlns:a16="http://schemas.microsoft.com/office/drawing/2014/main" id="{480B36D0-FCF7-41C3-8B30-9BA85225DAC2}"/>
              </a:ext>
            </a:extLst>
          </p:cNvPr>
          <p:cNvSpPr>
            <a:spLocks xmlns:a="http://schemas.openxmlformats.org/drawingml/2006/main" noGrp="1"/>
          </p:cNvSpPr>
          <p:nvPr/>
        </p:nvSpPr>
        <p:spPr>
          <a:xfrm xmlns:a="http://schemas.openxmlformats.org/drawingml/2006/main">
            <a:off x="10877550" y="266700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1125" b="1">
                <a:solidFill>
                  <a:srgbClr val="C7F52F"/>
                </a:solidFill>
                <a:latin typeface="Courier New"/>
                <a:ea typeface="Courier New"/>
                <a:cs typeface="Courier New"/>
              </a:defRPr>
            </a:pPr>
            <a:r>
              <a:rPr sz="1125" b="1">
                <a:solidFill>
                  <a:srgbClr val="C7F52F"/>
                </a:solidFill>
                <a:latin typeface="Courier New"/>
                <a:ea typeface="Courier New"/>
                <a:cs typeface="Courier New"/>
              </a:rPr>
              <a:t>WINNER</a:t>
            </a:r>
          </a:p>
        </p:txBody>
      </p:sp>
      <p:sp>
        <p:nvSpPr>
          <p:cNvPr id="48" name="offer-rule-0">
            <a:extLst xmlns:a="http://schemas.openxmlformats.org/drawingml/2006/main">
              <a:ext uri="{FF2B5EF4-FFF2-40B4-BE49-F238E27FC236}">
                <a16:creationId xmlns:a16="http://schemas.microsoft.com/office/drawing/2014/main" id="{880011BD-50AB-4749-88A1-7944F2201CF7}"/>
              </a:ext>
            </a:extLst>
          </p:cNvPr>
          <p:cNvSpPr>
            <a:spLocks xmlns:a="http://schemas.openxmlformats.org/drawingml/2006/main" noGrp="1"/>
          </p:cNvSpPr>
          <p:nvPr/>
        </p:nvSpPr>
        <p:spPr>
          <a:xfrm xmlns:a="http://schemas.openxmlformats.org/drawingml/2006/main">
            <a:off x="3733800" y="3238500"/>
            <a:ext cx="8077200" cy="0"/>
          </a:xfrm>
          <a:prstGeom xmlns:a="http://schemas.openxmlformats.org/drawingml/2006/main" prst="line">
            <a:avLst/>
          </a:prstGeom>
          <a:noFill xmlns:a="http://schemas.openxmlformats.org/drawingml/2006/main"/>
          <a:ln xmlns:a="http://schemas.openxmlformats.org/drawingml/2006/main" w="19050">
            <a:solidFill>
              <a:srgbClr val="7C9920"/>
            </a:solidFill>
            <a:prstDash val="solid"/>
          </a:ln>
        </p:spPr>
      </p:sp>
      <p:sp>
        <p:nvSpPr>
          <p:cNvPr id="49" name="offer-index-1">
            <a:extLst xmlns:a="http://schemas.openxmlformats.org/drawingml/2006/main">
              <a:ext uri="{FF2B5EF4-FFF2-40B4-BE49-F238E27FC236}">
                <a16:creationId xmlns:a16="http://schemas.microsoft.com/office/drawing/2014/main" id="{BBE99B68-E9B8-4A6E-80A0-8B063F62A1CA}"/>
              </a:ext>
            </a:extLst>
          </p:cNvPr>
          <p:cNvSpPr>
            <a:spLocks xmlns:a="http://schemas.openxmlformats.org/drawingml/2006/main" noGrp="1"/>
          </p:cNvSpPr>
          <p:nvPr/>
        </p:nvSpPr>
        <p:spPr>
          <a:xfrm xmlns:a="http://schemas.openxmlformats.org/drawingml/2006/main">
            <a:off x="3733800" y="3657600"/>
            <a:ext cx="342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125" b="0">
                <a:solidFill>
                  <a:srgbClr val="858B84"/>
                </a:solidFill>
                <a:latin typeface="Courier New"/>
                <a:ea typeface="Courier New"/>
                <a:cs typeface="Courier New"/>
              </a:defRPr>
            </a:pPr>
            <a:r>
              <a:rPr sz="1125" b="0">
                <a:solidFill>
                  <a:srgbClr val="858B84"/>
                </a:solidFill>
                <a:latin typeface="Courier New"/>
                <a:ea typeface="Courier New"/>
                <a:cs typeface="Courier New"/>
              </a:rPr>
              <a:t>02</a:t>
            </a:r>
          </a:p>
        </p:txBody>
      </p:sp>
      <p:sp>
        <p:nvSpPr>
          <p:cNvPr id="50" name="offer-merchant-1">
            <a:extLst xmlns:a="http://schemas.openxmlformats.org/drawingml/2006/main">
              <a:ext uri="{FF2B5EF4-FFF2-40B4-BE49-F238E27FC236}">
                <a16:creationId xmlns:a16="http://schemas.microsoft.com/office/drawing/2014/main" id="{67379469-72A9-43D6-A86B-2F7D81E08450}"/>
              </a:ext>
            </a:extLst>
          </p:cNvPr>
          <p:cNvSpPr>
            <a:spLocks xmlns:a="http://schemas.openxmlformats.org/drawingml/2006/main" noGrp="1"/>
          </p:cNvSpPr>
          <p:nvPr/>
        </p:nvSpPr>
        <p:spPr>
          <a:xfrm xmlns:a="http://schemas.openxmlformats.org/drawingml/2006/main">
            <a:off x="4267200" y="3657600"/>
            <a:ext cx="247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500" b="0">
                <a:solidFill>
                  <a:srgbClr val="D3D1C8"/>
                </a:solidFill>
                <a:latin typeface="Courier New"/>
                <a:ea typeface="Courier New"/>
                <a:cs typeface="Courier New"/>
              </a:defRPr>
            </a:pPr>
            <a:r>
              <a:rPr sz="1500" b="0">
                <a:solidFill>
                  <a:srgbClr val="D3D1C8"/>
                </a:solidFill>
                <a:latin typeface="Courier New"/>
                <a:ea typeface="Courier New"/>
                <a:cs typeface="Courier New"/>
              </a:rPr>
              <a:t>KEYSTONE OFFICE</a:t>
            </a:r>
          </a:p>
        </p:txBody>
      </p:sp>
      <p:sp>
        <p:nvSpPr>
          <p:cNvPr id="51" name="offer-initial-1">
            <a:extLst xmlns:a="http://schemas.openxmlformats.org/drawingml/2006/main">
              <a:ext uri="{FF2B5EF4-FFF2-40B4-BE49-F238E27FC236}">
                <a16:creationId xmlns:a16="http://schemas.microsoft.com/office/drawing/2014/main" id="{5631C953-C1E9-4F35-918F-75E6BC0600BD}"/>
              </a:ext>
            </a:extLst>
          </p:cNvPr>
          <p:cNvSpPr>
            <a:spLocks xmlns:a="http://schemas.openxmlformats.org/drawingml/2006/main" noGrp="1"/>
          </p:cNvSpPr>
          <p:nvPr/>
        </p:nvSpPr>
        <p:spPr>
          <a:xfrm xmlns:a="http://schemas.openxmlformats.org/drawingml/2006/main">
            <a:off x="6953250" y="3581400"/>
            <a:ext cx="1047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2250" b="1">
                <a:solidFill>
                  <a:srgbClr val="858B84"/>
                </a:solidFill>
                <a:latin typeface="Arial Black"/>
                <a:ea typeface="Arial Black"/>
                <a:cs typeface="Arial Black"/>
              </a:defRPr>
            </a:pPr>
            <a:r>
              <a:rPr sz="2250" b="1">
                <a:solidFill>
                  <a:srgbClr val="858B84"/>
                </a:solidFill>
                <a:latin typeface="Arial Black"/>
                <a:ea typeface="Arial Black"/>
                <a:cs typeface="Arial Black"/>
              </a:rPr>
              <a:t>$405</a:t>
            </a:r>
          </a:p>
        </p:txBody>
      </p:sp>
      <p:sp>
        <p:nvSpPr>
          <p:cNvPr id="52" name="offer-arrow-1-shaft">
            <a:extLst xmlns:a="http://schemas.openxmlformats.org/drawingml/2006/main">
              <a:ext uri="{FF2B5EF4-FFF2-40B4-BE49-F238E27FC236}">
                <a16:creationId xmlns:a16="http://schemas.microsoft.com/office/drawing/2014/main" id="{725D061B-FFB3-4903-8C97-AD9B61D441EA}"/>
              </a:ext>
            </a:extLst>
          </p:cNvPr>
          <p:cNvSpPr>
            <a:spLocks xmlns:a="http://schemas.openxmlformats.org/drawingml/2006/main" noGrp="1"/>
          </p:cNvSpPr>
          <p:nvPr/>
        </p:nvSpPr>
        <p:spPr>
          <a:xfrm xmlns:a="http://schemas.openxmlformats.org/drawingml/2006/main">
            <a:off x="8248650" y="3762375"/>
            <a:ext cx="723900" cy="28575"/>
          </a:xfrm>
          <a:prstGeom xmlns:a="http://schemas.openxmlformats.org/drawingml/2006/main" prst="rect">
            <a:avLst/>
          </a:prstGeom>
          <a:solidFill xmlns:a="http://schemas.openxmlformats.org/drawingml/2006/main">
            <a:srgbClr val="252A26"/>
          </a:solidFill>
          <a:ln xmlns:a="http://schemas.openxmlformats.org/drawingml/2006/main" w="0">
            <a:noFill/>
            <a:prstDash val="solid"/>
          </a:ln>
        </p:spPr>
      </p:sp>
      <p:sp>
        <p:nvSpPr>
          <p:cNvPr id="53" name="offer-arrow-1-head">
            <a:extLst xmlns:a="http://schemas.openxmlformats.org/drawingml/2006/main">
              <a:ext uri="{FF2B5EF4-FFF2-40B4-BE49-F238E27FC236}">
                <a16:creationId xmlns:a16="http://schemas.microsoft.com/office/drawing/2014/main" id="{6C00B895-6501-4C10-B8E5-7CF78DDE9962}"/>
              </a:ext>
            </a:extLst>
          </p:cNvPr>
          <p:cNvSpPr>
            <a:spLocks xmlns:a="http://schemas.openxmlformats.org/drawingml/2006/main" noGrp="1"/>
          </p:cNvSpPr>
          <p:nvPr/>
        </p:nvSpPr>
        <p:spPr>
          <a:xfrm xmlns:a="http://schemas.openxmlformats.org/drawingml/2006/main">
            <a:off x="8934450" y="3686175"/>
            <a:ext cx="209550" cy="180975"/>
          </a:xfrm>
          <a:prstGeom xmlns:a="http://schemas.openxmlformats.org/drawingml/2006/main" prst="rightArrow">
            <a:avLst/>
          </a:prstGeom>
          <a:solidFill xmlns:a="http://schemas.openxmlformats.org/drawingml/2006/main">
            <a:srgbClr val="252A26"/>
          </a:solidFill>
          <a:ln xmlns:a="http://schemas.openxmlformats.org/drawingml/2006/main" w="0">
            <a:noFill/>
            <a:prstDash val="solid"/>
          </a:ln>
        </p:spPr>
      </p:sp>
      <p:sp>
        <p:nvSpPr>
          <p:cNvPr id="54" name="offer-final-1">
            <a:extLst xmlns:a="http://schemas.openxmlformats.org/drawingml/2006/main">
              <a:ext uri="{FF2B5EF4-FFF2-40B4-BE49-F238E27FC236}">
                <a16:creationId xmlns:a16="http://schemas.microsoft.com/office/drawing/2014/main" id="{36BF27FF-9202-4001-A1CF-222A4F9A8404}"/>
              </a:ext>
            </a:extLst>
          </p:cNvPr>
          <p:cNvSpPr>
            <a:spLocks xmlns:a="http://schemas.openxmlformats.org/drawingml/2006/main" noGrp="1"/>
          </p:cNvSpPr>
          <p:nvPr/>
        </p:nvSpPr>
        <p:spPr>
          <a:xfrm xmlns:a="http://schemas.openxmlformats.org/drawingml/2006/main">
            <a:off x="9277350" y="3562350"/>
            <a:ext cx="14097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2775" b="1">
                <a:solidFill>
                  <a:srgbClr val="D3D1C8"/>
                </a:solidFill>
                <a:latin typeface="Arial Black"/>
                <a:ea typeface="Arial Black"/>
                <a:cs typeface="Arial Black"/>
              </a:defRPr>
            </a:pPr>
            <a:r>
              <a:rPr sz="2775" b="1">
                <a:solidFill>
                  <a:srgbClr val="D3D1C8"/>
                </a:solidFill>
                <a:latin typeface="Arial Black"/>
                <a:ea typeface="Arial Black"/>
                <a:cs typeface="Arial Black"/>
              </a:rPr>
              <a:t>$395</a:t>
            </a:r>
          </a:p>
        </p:txBody>
      </p:sp>
      <p:sp>
        <p:nvSpPr>
          <p:cNvPr id="55" name="offer-rule-1">
            <a:extLst xmlns:a="http://schemas.openxmlformats.org/drawingml/2006/main">
              <a:ext uri="{FF2B5EF4-FFF2-40B4-BE49-F238E27FC236}">
                <a16:creationId xmlns:a16="http://schemas.microsoft.com/office/drawing/2014/main" id="{9995E8B5-F853-4CE0-B7A6-7B452893D1FD}"/>
              </a:ext>
            </a:extLst>
          </p:cNvPr>
          <p:cNvSpPr>
            <a:spLocks xmlns:a="http://schemas.openxmlformats.org/drawingml/2006/main" noGrp="1"/>
          </p:cNvSpPr>
          <p:nvPr/>
        </p:nvSpPr>
        <p:spPr>
          <a:xfrm xmlns:a="http://schemas.openxmlformats.org/drawingml/2006/main">
            <a:off x="3733800" y="4248150"/>
            <a:ext cx="8077200" cy="0"/>
          </a:xfrm>
          <a:prstGeom xmlns:a="http://schemas.openxmlformats.org/drawingml/2006/main" prst="line">
            <a:avLst/>
          </a:prstGeom>
          <a:noFill xmlns:a="http://schemas.openxmlformats.org/drawingml/2006/main"/>
          <a:ln xmlns:a="http://schemas.openxmlformats.org/drawingml/2006/main" w="9525">
            <a:solidFill>
              <a:srgbClr val="252A26"/>
            </a:solidFill>
            <a:prstDash val="solid"/>
          </a:ln>
        </p:spPr>
      </p:sp>
      <p:sp>
        <p:nvSpPr>
          <p:cNvPr id="56" name="offer-index-2">
            <a:extLst xmlns:a="http://schemas.openxmlformats.org/drawingml/2006/main">
              <a:ext uri="{FF2B5EF4-FFF2-40B4-BE49-F238E27FC236}">
                <a16:creationId xmlns:a16="http://schemas.microsoft.com/office/drawing/2014/main" id="{8FFA1E36-DB2D-417C-89D6-27AFC5CAAC94}"/>
              </a:ext>
            </a:extLst>
          </p:cNvPr>
          <p:cNvSpPr>
            <a:spLocks xmlns:a="http://schemas.openxmlformats.org/drawingml/2006/main" noGrp="1"/>
          </p:cNvSpPr>
          <p:nvPr/>
        </p:nvSpPr>
        <p:spPr>
          <a:xfrm xmlns:a="http://schemas.openxmlformats.org/drawingml/2006/main">
            <a:off x="3733800" y="4667250"/>
            <a:ext cx="342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125" b="0">
                <a:solidFill>
                  <a:srgbClr val="858B84"/>
                </a:solidFill>
                <a:latin typeface="Courier New"/>
                <a:ea typeface="Courier New"/>
                <a:cs typeface="Courier New"/>
              </a:defRPr>
            </a:pPr>
            <a:r>
              <a:rPr sz="1125" b="0">
                <a:solidFill>
                  <a:srgbClr val="858B84"/>
                </a:solidFill>
                <a:latin typeface="Courier New"/>
                <a:ea typeface="Courier New"/>
                <a:cs typeface="Courier New"/>
              </a:rPr>
              <a:t>03</a:t>
            </a:r>
          </a:p>
        </p:txBody>
      </p:sp>
      <p:sp>
        <p:nvSpPr>
          <p:cNvPr id="57" name="offer-merchant-2">
            <a:extLst xmlns:a="http://schemas.openxmlformats.org/drawingml/2006/main">
              <a:ext uri="{FF2B5EF4-FFF2-40B4-BE49-F238E27FC236}">
                <a16:creationId xmlns:a16="http://schemas.microsoft.com/office/drawing/2014/main" id="{5881E874-4C26-4484-BAE1-B26E70D5B805}"/>
              </a:ext>
            </a:extLst>
          </p:cNvPr>
          <p:cNvSpPr>
            <a:spLocks xmlns:a="http://schemas.openxmlformats.org/drawingml/2006/main" noGrp="1"/>
          </p:cNvSpPr>
          <p:nvPr/>
        </p:nvSpPr>
        <p:spPr>
          <a:xfrm xmlns:a="http://schemas.openxmlformats.org/drawingml/2006/main">
            <a:off x="4267200" y="4667250"/>
            <a:ext cx="247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500" b="0">
                <a:solidFill>
                  <a:srgbClr val="D3D1C8"/>
                </a:solidFill>
                <a:latin typeface="Courier New"/>
                <a:ea typeface="Courier New"/>
                <a:cs typeface="Courier New"/>
              </a:defRPr>
            </a:pPr>
            <a:r>
              <a:rPr sz="1500" b="0">
                <a:solidFill>
                  <a:srgbClr val="D3D1C8"/>
                </a:solidFill>
                <a:latin typeface="Courier New"/>
                <a:ea typeface="Courier New"/>
                <a:cs typeface="Courier New"/>
              </a:rPr>
              <a:t>NORTHSTAR SYSTEMS</a:t>
            </a:r>
          </a:p>
        </p:txBody>
      </p:sp>
      <p:sp>
        <p:nvSpPr>
          <p:cNvPr id="58" name="offer-initial-2">
            <a:extLst xmlns:a="http://schemas.openxmlformats.org/drawingml/2006/main">
              <a:ext uri="{FF2B5EF4-FFF2-40B4-BE49-F238E27FC236}">
                <a16:creationId xmlns:a16="http://schemas.microsoft.com/office/drawing/2014/main" id="{37D9459D-9CCE-4690-86AC-1F11324054B0}"/>
              </a:ext>
            </a:extLst>
          </p:cNvPr>
          <p:cNvSpPr>
            <a:spLocks xmlns:a="http://schemas.openxmlformats.org/drawingml/2006/main" noGrp="1"/>
          </p:cNvSpPr>
          <p:nvPr/>
        </p:nvSpPr>
        <p:spPr>
          <a:xfrm xmlns:a="http://schemas.openxmlformats.org/drawingml/2006/main">
            <a:off x="6953250" y="4591050"/>
            <a:ext cx="1047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2250" b="1">
                <a:solidFill>
                  <a:srgbClr val="858B84"/>
                </a:solidFill>
                <a:latin typeface="Arial Black"/>
                <a:ea typeface="Arial Black"/>
                <a:cs typeface="Arial Black"/>
              </a:defRPr>
            </a:pPr>
            <a:r>
              <a:rPr sz="2250" b="1">
                <a:solidFill>
                  <a:srgbClr val="858B84"/>
                </a:solidFill>
                <a:latin typeface="Arial Black"/>
                <a:ea typeface="Arial Black"/>
                <a:cs typeface="Arial Black"/>
              </a:rPr>
              <a:t>$407</a:t>
            </a:r>
          </a:p>
        </p:txBody>
      </p:sp>
      <p:sp>
        <p:nvSpPr>
          <p:cNvPr id="59" name="offer-arrow-2-shaft">
            <a:extLst xmlns:a="http://schemas.openxmlformats.org/drawingml/2006/main">
              <a:ext uri="{FF2B5EF4-FFF2-40B4-BE49-F238E27FC236}">
                <a16:creationId xmlns:a16="http://schemas.microsoft.com/office/drawing/2014/main" id="{728DB453-7758-46E4-BFD9-13FD995D52A8}"/>
              </a:ext>
            </a:extLst>
          </p:cNvPr>
          <p:cNvSpPr>
            <a:spLocks xmlns:a="http://schemas.openxmlformats.org/drawingml/2006/main" noGrp="1"/>
          </p:cNvSpPr>
          <p:nvPr/>
        </p:nvSpPr>
        <p:spPr>
          <a:xfrm xmlns:a="http://schemas.openxmlformats.org/drawingml/2006/main">
            <a:off x="8248650" y="4772025"/>
            <a:ext cx="723900" cy="28575"/>
          </a:xfrm>
          <a:prstGeom xmlns:a="http://schemas.openxmlformats.org/drawingml/2006/main" prst="rect">
            <a:avLst/>
          </a:prstGeom>
          <a:solidFill xmlns:a="http://schemas.openxmlformats.org/drawingml/2006/main">
            <a:srgbClr val="252A26"/>
          </a:solidFill>
          <a:ln xmlns:a="http://schemas.openxmlformats.org/drawingml/2006/main" w="0">
            <a:noFill/>
            <a:prstDash val="solid"/>
          </a:ln>
        </p:spPr>
      </p:sp>
      <p:sp>
        <p:nvSpPr>
          <p:cNvPr id="60" name="offer-arrow-2-head">
            <a:extLst xmlns:a="http://schemas.openxmlformats.org/drawingml/2006/main">
              <a:ext uri="{FF2B5EF4-FFF2-40B4-BE49-F238E27FC236}">
                <a16:creationId xmlns:a16="http://schemas.microsoft.com/office/drawing/2014/main" id="{F4344DDA-A1D2-4502-A0D9-6B9BD74143CB}"/>
              </a:ext>
            </a:extLst>
          </p:cNvPr>
          <p:cNvSpPr>
            <a:spLocks xmlns:a="http://schemas.openxmlformats.org/drawingml/2006/main" noGrp="1"/>
          </p:cNvSpPr>
          <p:nvPr/>
        </p:nvSpPr>
        <p:spPr>
          <a:xfrm xmlns:a="http://schemas.openxmlformats.org/drawingml/2006/main">
            <a:off x="8934450" y="4695825"/>
            <a:ext cx="209550" cy="180975"/>
          </a:xfrm>
          <a:prstGeom xmlns:a="http://schemas.openxmlformats.org/drawingml/2006/main" prst="rightArrow">
            <a:avLst/>
          </a:prstGeom>
          <a:solidFill xmlns:a="http://schemas.openxmlformats.org/drawingml/2006/main">
            <a:srgbClr val="252A26"/>
          </a:solidFill>
          <a:ln xmlns:a="http://schemas.openxmlformats.org/drawingml/2006/main" w="0">
            <a:noFill/>
            <a:prstDash val="solid"/>
          </a:ln>
        </p:spPr>
      </p:sp>
      <p:sp>
        <p:nvSpPr>
          <p:cNvPr id="61" name="offer-final-2">
            <a:extLst xmlns:a="http://schemas.openxmlformats.org/drawingml/2006/main">
              <a:ext uri="{FF2B5EF4-FFF2-40B4-BE49-F238E27FC236}">
                <a16:creationId xmlns:a16="http://schemas.microsoft.com/office/drawing/2014/main" id="{BE96BEE9-43F4-4860-A775-CBE91C17ACA9}"/>
              </a:ext>
            </a:extLst>
          </p:cNvPr>
          <p:cNvSpPr>
            <a:spLocks xmlns:a="http://schemas.openxmlformats.org/drawingml/2006/main" noGrp="1"/>
          </p:cNvSpPr>
          <p:nvPr/>
        </p:nvSpPr>
        <p:spPr>
          <a:xfrm xmlns:a="http://schemas.openxmlformats.org/drawingml/2006/main">
            <a:off x="9277350" y="4572000"/>
            <a:ext cx="14097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2775" b="1">
                <a:solidFill>
                  <a:srgbClr val="D3D1C8"/>
                </a:solidFill>
                <a:latin typeface="Arial Black"/>
                <a:ea typeface="Arial Black"/>
                <a:cs typeface="Arial Black"/>
              </a:defRPr>
            </a:pPr>
            <a:r>
              <a:rPr sz="2775" b="1">
                <a:solidFill>
                  <a:srgbClr val="D3D1C8"/>
                </a:solidFill>
                <a:latin typeface="Arial Black"/>
                <a:ea typeface="Arial Black"/>
                <a:cs typeface="Arial Black"/>
              </a:rPr>
              <a:t>$397</a:t>
            </a:r>
          </a:p>
        </p:txBody>
      </p:sp>
      <p:sp>
        <p:nvSpPr>
          <p:cNvPr id="62" name="offer-rule-2">
            <a:extLst xmlns:a="http://schemas.openxmlformats.org/drawingml/2006/main">
              <a:ext uri="{FF2B5EF4-FFF2-40B4-BE49-F238E27FC236}">
                <a16:creationId xmlns:a16="http://schemas.microsoft.com/office/drawing/2014/main" id="{65343888-FE97-441B-8324-5F9AB3F894E0}"/>
              </a:ext>
            </a:extLst>
          </p:cNvPr>
          <p:cNvSpPr>
            <a:spLocks xmlns:a="http://schemas.openxmlformats.org/drawingml/2006/main" noGrp="1"/>
          </p:cNvSpPr>
          <p:nvPr/>
        </p:nvSpPr>
        <p:spPr>
          <a:xfrm xmlns:a="http://schemas.openxmlformats.org/drawingml/2006/main">
            <a:off x="3733800" y="5257800"/>
            <a:ext cx="8077200" cy="0"/>
          </a:xfrm>
          <a:prstGeom xmlns:a="http://schemas.openxmlformats.org/drawingml/2006/main" prst="line">
            <a:avLst/>
          </a:prstGeom>
          <a:noFill xmlns:a="http://schemas.openxmlformats.org/drawingml/2006/main"/>
          <a:ln xmlns:a="http://schemas.openxmlformats.org/drawingml/2006/main" w="9525">
            <a:solidFill>
              <a:srgbClr val="252A26"/>
            </a:solidFill>
            <a:prstDash val="solid"/>
          </a:ln>
        </p:spPr>
      </p:sp>
      <p:sp>
        <p:nvSpPr>
          <p:cNvPr id="63" name="rfp-label">
            <a:extLst xmlns:a="http://schemas.openxmlformats.org/drawingml/2006/main">
              <a:ext uri="{FF2B5EF4-FFF2-40B4-BE49-F238E27FC236}">
                <a16:creationId xmlns:a16="http://schemas.microsoft.com/office/drawing/2014/main" id="{A0B3383D-86C2-4EA2-BFA7-4DF2089E3760}"/>
              </a:ext>
            </a:extLst>
          </p:cNvPr>
          <p:cNvSpPr>
            <a:spLocks xmlns:a="http://schemas.openxmlformats.org/drawingml/2006/main" noGrp="1"/>
          </p:cNvSpPr>
          <p:nvPr/>
        </p:nvSpPr>
        <p:spPr>
          <a:xfrm xmlns:a="http://schemas.openxmlformats.org/drawingml/2006/main">
            <a:off x="3733800" y="5772150"/>
            <a:ext cx="1809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125" b="1">
                <a:solidFill>
                  <a:srgbClr val="C7F52F"/>
                </a:solidFill>
                <a:latin typeface="Courier New"/>
                <a:ea typeface="Courier New"/>
                <a:cs typeface="Courier New"/>
              </a:defRPr>
            </a:pPr>
            <a:r>
              <a:rPr sz="1125" b="1">
                <a:solidFill>
                  <a:srgbClr val="C7F52F"/>
                </a:solidFill>
                <a:latin typeface="Courier New"/>
                <a:ea typeface="Courier New"/>
                <a:cs typeface="Courier New"/>
              </a:rPr>
              <a:t>ANONYMIZED RFP</a:t>
            </a:r>
          </a:p>
        </p:txBody>
      </p:sp>
      <p:sp>
        <p:nvSpPr>
          <p:cNvPr id="64" name="policy-list">
            <a:extLst xmlns:a="http://schemas.openxmlformats.org/drawingml/2006/main">
              <a:ext uri="{FF2B5EF4-FFF2-40B4-BE49-F238E27FC236}">
                <a16:creationId xmlns:a16="http://schemas.microsoft.com/office/drawing/2014/main" id="{EA9FB647-971B-4775-9CAC-A493E3771506}"/>
              </a:ext>
            </a:extLst>
          </p:cNvPr>
          <p:cNvSpPr>
            <a:spLocks xmlns:a="http://schemas.openxmlformats.org/drawingml/2006/main" noGrp="1"/>
          </p:cNvSpPr>
          <p:nvPr/>
        </p:nvSpPr>
        <p:spPr>
          <a:xfrm xmlns:a="http://schemas.openxmlformats.org/drawingml/2006/main">
            <a:off x="5638800" y="5772150"/>
            <a:ext cx="6172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1125" b="0">
                <a:solidFill>
                  <a:srgbClr val="858B84"/>
                </a:solidFill>
                <a:latin typeface="Courier New"/>
                <a:ea typeface="Courier New"/>
                <a:cs typeface="Courier New"/>
              </a:defRPr>
            </a:pPr>
            <a:r>
              <a:rPr sz="1125" b="0">
                <a:solidFill>
                  <a:srgbClr val="858B84"/>
                </a:solidFill>
                <a:latin typeface="Courier New"/>
                <a:ea typeface="Courier New"/>
                <a:cs typeface="Courier New"/>
              </a:rPr>
              <a:t>PRICE · DELIVERY · WARRANTY · QUANTITY · FRESHNESS · PRIVATE MANDATES</a:t>
            </a:r>
          </a:p>
        </p:txBody>
      </p:sp>
    </p:spTree>
    <p:extLst>
      <p:ext uri="{BB962C8B-B14F-4D97-AF65-F5344CB8AC3E}">
        <p14:creationId xmlns:p14="http://schemas.microsoft.com/office/powerpoint/2010/main" val="1308508673"/>
      </p:ext>
    </p:extLst>
  </p:cSld>
</p:sld>
</file>

<file path=ppt/slides/slide5.xml><?xml version="1.0" encoding="utf-8"?>
<p:sld xmlns:p="http://schemas.openxmlformats.org/presentationml/2006/main">
  <p:cSld>
    <p:bg>
      <p:bgPr>
        <a:solidFill xmlns:a="http://schemas.openxmlformats.org/drawingml/2006/main">
          <a:srgbClr val="080A09"/>
        </a:solidFill>
      </p:bgPr>
    </p:bg>
    <p:spTree>
      <p:nvGrpSpPr>
        <p:cNvPr id="1" name=""/>
        <p:cNvGrpSpPr/>
        <p:nvPr/>
      </p:nvGrpSpPr>
      <p:grpSpPr>
        <a:xfrm xmlns:a="http://schemas.openxmlformats.org/drawingml/2006/main"/>
      </p:grpSpPr>
      <p:sp>
        <p:nvSpPr>
          <p:cNvPr id="71" name="grid-v-40">
            <a:extLst xmlns:a="http://schemas.openxmlformats.org/drawingml/2006/main">
              <a:ext uri="{FF2B5EF4-FFF2-40B4-BE49-F238E27FC236}">
                <a16:creationId xmlns:a16="http://schemas.microsoft.com/office/drawing/2014/main" id="{4BF098D6-45AF-4443-B79C-4AAEAB694463}"/>
              </a:ext>
            </a:extLst>
          </p:cNvPr>
          <p:cNvSpPr>
            <a:spLocks xmlns:a="http://schemas.openxmlformats.org/drawingml/2006/main" noGrp="1"/>
          </p:cNvSpPr>
          <p:nvPr/>
        </p:nvSpPr>
        <p:spPr>
          <a:xfrm xmlns:a="http://schemas.openxmlformats.org/drawingml/2006/main">
            <a:off x="3810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 name="grid-v-104">
            <a:extLst xmlns:a="http://schemas.openxmlformats.org/drawingml/2006/main">
              <a:ext uri="{FF2B5EF4-FFF2-40B4-BE49-F238E27FC236}">
                <a16:creationId xmlns:a16="http://schemas.microsoft.com/office/drawing/2014/main" id="{275AD967-11EF-4CB7-A850-41269BD4254F}"/>
              </a:ext>
            </a:extLst>
          </p:cNvPr>
          <p:cNvSpPr>
            <a:spLocks xmlns:a="http://schemas.openxmlformats.org/drawingml/2006/main" noGrp="1"/>
          </p:cNvSpPr>
          <p:nvPr/>
        </p:nvSpPr>
        <p:spPr>
          <a:xfrm xmlns:a="http://schemas.openxmlformats.org/drawingml/2006/main">
            <a:off x="9906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3" name="grid-v-168">
            <a:extLst xmlns:a="http://schemas.openxmlformats.org/drawingml/2006/main">
              <a:ext uri="{FF2B5EF4-FFF2-40B4-BE49-F238E27FC236}">
                <a16:creationId xmlns:a16="http://schemas.microsoft.com/office/drawing/2014/main" id="{B4A4AB80-4799-4D77-BBDD-34BB417B170B}"/>
              </a:ext>
            </a:extLst>
          </p:cNvPr>
          <p:cNvSpPr>
            <a:spLocks xmlns:a="http://schemas.openxmlformats.org/drawingml/2006/main" noGrp="1"/>
          </p:cNvSpPr>
          <p:nvPr/>
        </p:nvSpPr>
        <p:spPr>
          <a:xfrm xmlns:a="http://schemas.openxmlformats.org/drawingml/2006/main">
            <a:off x="16002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4" name="grid-v-232">
            <a:extLst xmlns:a="http://schemas.openxmlformats.org/drawingml/2006/main">
              <a:ext uri="{FF2B5EF4-FFF2-40B4-BE49-F238E27FC236}">
                <a16:creationId xmlns:a16="http://schemas.microsoft.com/office/drawing/2014/main" id="{A4DB3FE2-93B3-4DE7-8866-92FBD975C9F6}"/>
              </a:ext>
            </a:extLst>
          </p:cNvPr>
          <p:cNvSpPr>
            <a:spLocks xmlns:a="http://schemas.openxmlformats.org/drawingml/2006/main" noGrp="1"/>
          </p:cNvSpPr>
          <p:nvPr/>
        </p:nvSpPr>
        <p:spPr>
          <a:xfrm xmlns:a="http://schemas.openxmlformats.org/drawingml/2006/main">
            <a:off x="22098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5" name="grid-v-296">
            <a:extLst xmlns:a="http://schemas.openxmlformats.org/drawingml/2006/main">
              <a:ext uri="{FF2B5EF4-FFF2-40B4-BE49-F238E27FC236}">
                <a16:creationId xmlns:a16="http://schemas.microsoft.com/office/drawing/2014/main" id="{824473C7-BFEA-4194-BB56-A09985AA07BB}"/>
              </a:ext>
            </a:extLst>
          </p:cNvPr>
          <p:cNvSpPr>
            <a:spLocks xmlns:a="http://schemas.openxmlformats.org/drawingml/2006/main" noGrp="1"/>
          </p:cNvSpPr>
          <p:nvPr/>
        </p:nvSpPr>
        <p:spPr>
          <a:xfrm xmlns:a="http://schemas.openxmlformats.org/drawingml/2006/main">
            <a:off x="28194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6" name="grid-v-360">
            <a:extLst xmlns:a="http://schemas.openxmlformats.org/drawingml/2006/main">
              <a:ext uri="{FF2B5EF4-FFF2-40B4-BE49-F238E27FC236}">
                <a16:creationId xmlns:a16="http://schemas.microsoft.com/office/drawing/2014/main" id="{309D6248-1625-48AE-A750-3426BE3299E6}"/>
              </a:ext>
            </a:extLst>
          </p:cNvPr>
          <p:cNvSpPr>
            <a:spLocks xmlns:a="http://schemas.openxmlformats.org/drawingml/2006/main" noGrp="1"/>
          </p:cNvSpPr>
          <p:nvPr/>
        </p:nvSpPr>
        <p:spPr>
          <a:xfrm xmlns:a="http://schemas.openxmlformats.org/drawingml/2006/main">
            <a:off x="34290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7" name="grid-v-424">
            <a:extLst xmlns:a="http://schemas.openxmlformats.org/drawingml/2006/main">
              <a:ext uri="{FF2B5EF4-FFF2-40B4-BE49-F238E27FC236}">
                <a16:creationId xmlns:a16="http://schemas.microsoft.com/office/drawing/2014/main" id="{0B4617EC-0EDB-4960-A65E-D7712E4B2064}"/>
              </a:ext>
            </a:extLst>
          </p:cNvPr>
          <p:cNvSpPr>
            <a:spLocks xmlns:a="http://schemas.openxmlformats.org/drawingml/2006/main" noGrp="1"/>
          </p:cNvSpPr>
          <p:nvPr/>
        </p:nvSpPr>
        <p:spPr>
          <a:xfrm xmlns:a="http://schemas.openxmlformats.org/drawingml/2006/main">
            <a:off x="40386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8" name="grid-v-488">
            <a:extLst xmlns:a="http://schemas.openxmlformats.org/drawingml/2006/main">
              <a:ext uri="{FF2B5EF4-FFF2-40B4-BE49-F238E27FC236}">
                <a16:creationId xmlns:a16="http://schemas.microsoft.com/office/drawing/2014/main" id="{ADD2C986-D9AB-442A-8723-60466A4364AC}"/>
              </a:ext>
            </a:extLst>
          </p:cNvPr>
          <p:cNvSpPr>
            <a:spLocks xmlns:a="http://schemas.openxmlformats.org/drawingml/2006/main" noGrp="1"/>
          </p:cNvSpPr>
          <p:nvPr/>
        </p:nvSpPr>
        <p:spPr>
          <a:xfrm xmlns:a="http://schemas.openxmlformats.org/drawingml/2006/main">
            <a:off x="46482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9" name="grid-v-552">
            <a:extLst xmlns:a="http://schemas.openxmlformats.org/drawingml/2006/main">
              <a:ext uri="{FF2B5EF4-FFF2-40B4-BE49-F238E27FC236}">
                <a16:creationId xmlns:a16="http://schemas.microsoft.com/office/drawing/2014/main" id="{0D39E43D-7559-4692-A02E-763E1CFDC4D3}"/>
              </a:ext>
            </a:extLst>
          </p:cNvPr>
          <p:cNvSpPr>
            <a:spLocks xmlns:a="http://schemas.openxmlformats.org/drawingml/2006/main" noGrp="1"/>
          </p:cNvSpPr>
          <p:nvPr/>
        </p:nvSpPr>
        <p:spPr>
          <a:xfrm xmlns:a="http://schemas.openxmlformats.org/drawingml/2006/main">
            <a:off x="52578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0" name="grid-v-616">
            <a:extLst xmlns:a="http://schemas.openxmlformats.org/drawingml/2006/main">
              <a:ext uri="{FF2B5EF4-FFF2-40B4-BE49-F238E27FC236}">
                <a16:creationId xmlns:a16="http://schemas.microsoft.com/office/drawing/2014/main" id="{FCA69753-E104-4BCD-82F2-6FB3C7466523}"/>
              </a:ext>
            </a:extLst>
          </p:cNvPr>
          <p:cNvSpPr>
            <a:spLocks xmlns:a="http://schemas.openxmlformats.org/drawingml/2006/main" noGrp="1"/>
          </p:cNvSpPr>
          <p:nvPr/>
        </p:nvSpPr>
        <p:spPr>
          <a:xfrm xmlns:a="http://schemas.openxmlformats.org/drawingml/2006/main">
            <a:off x="58674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1" name="grid-v-680">
            <a:extLst xmlns:a="http://schemas.openxmlformats.org/drawingml/2006/main">
              <a:ext uri="{FF2B5EF4-FFF2-40B4-BE49-F238E27FC236}">
                <a16:creationId xmlns:a16="http://schemas.microsoft.com/office/drawing/2014/main" id="{BCEACF70-1187-401B-8413-C35F27808D69}"/>
              </a:ext>
            </a:extLst>
          </p:cNvPr>
          <p:cNvSpPr>
            <a:spLocks xmlns:a="http://schemas.openxmlformats.org/drawingml/2006/main" noGrp="1"/>
          </p:cNvSpPr>
          <p:nvPr/>
        </p:nvSpPr>
        <p:spPr>
          <a:xfrm xmlns:a="http://schemas.openxmlformats.org/drawingml/2006/main">
            <a:off x="64770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2" name="grid-v-744">
            <a:extLst xmlns:a="http://schemas.openxmlformats.org/drawingml/2006/main">
              <a:ext uri="{FF2B5EF4-FFF2-40B4-BE49-F238E27FC236}">
                <a16:creationId xmlns:a16="http://schemas.microsoft.com/office/drawing/2014/main" id="{E9C9A232-AAAC-4361-9752-1ABFE3245C73}"/>
              </a:ext>
            </a:extLst>
          </p:cNvPr>
          <p:cNvSpPr>
            <a:spLocks xmlns:a="http://schemas.openxmlformats.org/drawingml/2006/main" noGrp="1"/>
          </p:cNvSpPr>
          <p:nvPr/>
        </p:nvSpPr>
        <p:spPr>
          <a:xfrm xmlns:a="http://schemas.openxmlformats.org/drawingml/2006/main">
            <a:off x="70866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3" name="grid-v-808">
            <a:extLst xmlns:a="http://schemas.openxmlformats.org/drawingml/2006/main">
              <a:ext uri="{FF2B5EF4-FFF2-40B4-BE49-F238E27FC236}">
                <a16:creationId xmlns:a16="http://schemas.microsoft.com/office/drawing/2014/main" id="{1D20C73E-8C93-4BE6-A445-30094ECB7515}"/>
              </a:ext>
            </a:extLst>
          </p:cNvPr>
          <p:cNvSpPr>
            <a:spLocks xmlns:a="http://schemas.openxmlformats.org/drawingml/2006/main" noGrp="1"/>
          </p:cNvSpPr>
          <p:nvPr/>
        </p:nvSpPr>
        <p:spPr>
          <a:xfrm xmlns:a="http://schemas.openxmlformats.org/drawingml/2006/main">
            <a:off x="76962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4" name="grid-v-872">
            <a:extLst xmlns:a="http://schemas.openxmlformats.org/drawingml/2006/main">
              <a:ext uri="{FF2B5EF4-FFF2-40B4-BE49-F238E27FC236}">
                <a16:creationId xmlns:a16="http://schemas.microsoft.com/office/drawing/2014/main" id="{99626C9C-2044-4FB9-9BBE-B6E78CA92F90}"/>
              </a:ext>
            </a:extLst>
          </p:cNvPr>
          <p:cNvSpPr>
            <a:spLocks xmlns:a="http://schemas.openxmlformats.org/drawingml/2006/main" noGrp="1"/>
          </p:cNvSpPr>
          <p:nvPr/>
        </p:nvSpPr>
        <p:spPr>
          <a:xfrm xmlns:a="http://schemas.openxmlformats.org/drawingml/2006/main">
            <a:off x="83058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5" name="grid-v-936">
            <a:extLst xmlns:a="http://schemas.openxmlformats.org/drawingml/2006/main">
              <a:ext uri="{FF2B5EF4-FFF2-40B4-BE49-F238E27FC236}">
                <a16:creationId xmlns:a16="http://schemas.microsoft.com/office/drawing/2014/main" id="{98203A86-DC48-4D86-9048-89F0DAC2627F}"/>
              </a:ext>
            </a:extLst>
          </p:cNvPr>
          <p:cNvSpPr>
            <a:spLocks xmlns:a="http://schemas.openxmlformats.org/drawingml/2006/main" noGrp="1"/>
          </p:cNvSpPr>
          <p:nvPr/>
        </p:nvSpPr>
        <p:spPr>
          <a:xfrm xmlns:a="http://schemas.openxmlformats.org/drawingml/2006/main">
            <a:off x="89154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6" name="grid-v-1000">
            <a:extLst xmlns:a="http://schemas.openxmlformats.org/drawingml/2006/main">
              <a:ext uri="{FF2B5EF4-FFF2-40B4-BE49-F238E27FC236}">
                <a16:creationId xmlns:a16="http://schemas.microsoft.com/office/drawing/2014/main" id="{1EDE3CFB-14BE-4FF8-9844-E73D12E97B8A}"/>
              </a:ext>
            </a:extLst>
          </p:cNvPr>
          <p:cNvSpPr>
            <a:spLocks xmlns:a="http://schemas.openxmlformats.org/drawingml/2006/main" noGrp="1"/>
          </p:cNvSpPr>
          <p:nvPr/>
        </p:nvSpPr>
        <p:spPr>
          <a:xfrm xmlns:a="http://schemas.openxmlformats.org/drawingml/2006/main">
            <a:off x="95250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7" name="grid-v-1064">
            <a:extLst xmlns:a="http://schemas.openxmlformats.org/drawingml/2006/main">
              <a:ext uri="{FF2B5EF4-FFF2-40B4-BE49-F238E27FC236}">
                <a16:creationId xmlns:a16="http://schemas.microsoft.com/office/drawing/2014/main" id="{8C2E4A6A-EFA3-46A1-8A99-5A68C23A9F4C}"/>
              </a:ext>
            </a:extLst>
          </p:cNvPr>
          <p:cNvSpPr>
            <a:spLocks xmlns:a="http://schemas.openxmlformats.org/drawingml/2006/main" noGrp="1"/>
          </p:cNvSpPr>
          <p:nvPr/>
        </p:nvSpPr>
        <p:spPr>
          <a:xfrm xmlns:a="http://schemas.openxmlformats.org/drawingml/2006/main">
            <a:off x="101346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8" name="grid-v-1128">
            <a:extLst xmlns:a="http://schemas.openxmlformats.org/drawingml/2006/main">
              <a:ext uri="{FF2B5EF4-FFF2-40B4-BE49-F238E27FC236}">
                <a16:creationId xmlns:a16="http://schemas.microsoft.com/office/drawing/2014/main" id="{F3E7D7AB-7A79-4519-98EB-0B297F096825}"/>
              </a:ext>
            </a:extLst>
          </p:cNvPr>
          <p:cNvSpPr>
            <a:spLocks xmlns:a="http://schemas.openxmlformats.org/drawingml/2006/main" noGrp="1"/>
          </p:cNvSpPr>
          <p:nvPr/>
        </p:nvSpPr>
        <p:spPr>
          <a:xfrm xmlns:a="http://schemas.openxmlformats.org/drawingml/2006/main">
            <a:off x="107442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9" name="grid-v-1192">
            <a:extLst xmlns:a="http://schemas.openxmlformats.org/drawingml/2006/main">
              <a:ext uri="{FF2B5EF4-FFF2-40B4-BE49-F238E27FC236}">
                <a16:creationId xmlns:a16="http://schemas.microsoft.com/office/drawing/2014/main" id="{654513D9-D7C1-4D72-84F8-818CF396A59F}"/>
              </a:ext>
            </a:extLst>
          </p:cNvPr>
          <p:cNvSpPr>
            <a:spLocks xmlns:a="http://schemas.openxmlformats.org/drawingml/2006/main" noGrp="1"/>
          </p:cNvSpPr>
          <p:nvPr/>
        </p:nvSpPr>
        <p:spPr>
          <a:xfrm xmlns:a="http://schemas.openxmlformats.org/drawingml/2006/main">
            <a:off x="113538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0" name="grid-h-112">
            <a:extLst xmlns:a="http://schemas.openxmlformats.org/drawingml/2006/main">
              <a:ext uri="{FF2B5EF4-FFF2-40B4-BE49-F238E27FC236}">
                <a16:creationId xmlns:a16="http://schemas.microsoft.com/office/drawing/2014/main" id="{B0F058A1-4B1B-42EC-9FFD-D1DD0872C13D}"/>
              </a:ext>
            </a:extLst>
          </p:cNvPr>
          <p:cNvSpPr>
            <a:spLocks xmlns:a="http://schemas.openxmlformats.org/drawingml/2006/main" noGrp="1"/>
          </p:cNvSpPr>
          <p:nvPr/>
        </p:nvSpPr>
        <p:spPr>
          <a:xfrm xmlns:a="http://schemas.openxmlformats.org/drawingml/2006/main">
            <a:off x="381000" y="10668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1" name="grid-h-176">
            <a:extLst xmlns:a="http://schemas.openxmlformats.org/drawingml/2006/main">
              <a:ext uri="{FF2B5EF4-FFF2-40B4-BE49-F238E27FC236}">
                <a16:creationId xmlns:a16="http://schemas.microsoft.com/office/drawing/2014/main" id="{35FC6788-0B3E-4945-9DD2-4888F59E0509}"/>
              </a:ext>
            </a:extLst>
          </p:cNvPr>
          <p:cNvSpPr>
            <a:spLocks xmlns:a="http://schemas.openxmlformats.org/drawingml/2006/main" noGrp="1"/>
          </p:cNvSpPr>
          <p:nvPr/>
        </p:nvSpPr>
        <p:spPr>
          <a:xfrm xmlns:a="http://schemas.openxmlformats.org/drawingml/2006/main">
            <a:off x="381000" y="16764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2" name="grid-h-240">
            <a:extLst xmlns:a="http://schemas.openxmlformats.org/drawingml/2006/main">
              <a:ext uri="{FF2B5EF4-FFF2-40B4-BE49-F238E27FC236}">
                <a16:creationId xmlns:a16="http://schemas.microsoft.com/office/drawing/2014/main" id="{E88D6847-B2D8-4034-A3EB-FEF6035F5B30}"/>
              </a:ext>
            </a:extLst>
          </p:cNvPr>
          <p:cNvSpPr>
            <a:spLocks xmlns:a="http://schemas.openxmlformats.org/drawingml/2006/main" noGrp="1"/>
          </p:cNvSpPr>
          <p:nvPr/>
        </p:nvSpPr>
        <p:spPr>
          <a:xfrm xmlns:a="http://schemas.openxmlformats.org/drawingml/2006/main">
            <a:off x="381000" y="22860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3" name="grid-h-304">
            <a:extLst xmlns:a="http://schemas.openxmlformats.org/drawingml/2006/main">
              <a:ext uri="{FF2B5EF4-FFF2-40B4-BE49-F238E27FC236}">
                <a16:creationId xmlns:a16="http://schemas.microsoft.com/office/drawing/2014/main" id="{A9D7ADB0-E43F-4802-8BBA-9C29B64452B3}"/>
              </a:ext>
            </a:extLst>
          </p:cNvPr>
          <p:cNvSpPr>
            <a:spLocks xmlns:a="http://schemas.openxmlformats.org/drawingml/2006/main" noGrp="1"/>
          </p:cNvSpPr>
          <p:nvPr/>
        </p:nvSpPr>
        <p:spPr>
          <a:xfrm xmlns:a="http://schemas.openxmlformats.org/drawingml/2006/main">
            <a:off x="381000" y="28956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4" name="grid-h-368">
            <a:extLst xmlns:a="http://schemas.openxmlformats.org/drawingml/2006/main">
              <a:ext uri="{FF2B5EF4-FFF2-40B4-BE49-F238E27FC236}">
                <a16:creationId xmlns:a16="http://schemas.microsoft.com/office/drawing/2014/main" id="{12A3D2B9-7ED2-49EF-9B5E-F3A2E708D0E1}"/>
              </a:ext>
            </a:extLst>
          </p:cNvPr>
          <p:cNvSpPr>
            <a:spLocks xmlns:a="http://schemas.openxmlformats.org/drawingml/2006/main" noGrp="1"/>
          </p:cNvSpPr>
          <p:nvPr/>
        </p:nvSpPr>
        <p:spPr>
          <a:xfrm xmlns:a="http://schemas.openxmlformats.org/drawingml/2006/main">
            <a:off x="381000" y="35052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5" name="grid-h-432">
            <a:extLst xmlns:a="http://schemas.openxmlformats.org/drawingml/2006/main">
              <a:ext uri="{FF2B5EF4-FFF2-40B4-BE49-F238E27FC236}">
                <a16:creationId xmlns:a16="http://schemas.microsoft.com/office/drawing/2014/main" id="{EDFFCD5E-EF2C-4AD3-85B9-993761A430F4}"/>
              </a:ext>
            </a:extLst>
          </p:cNvPr>
          <p:cNvSpPr>
            <a:spLocks xmlns:a="http://schemas.openxmlformats.org/drawingml/2006/main" noGrp="1"/>
          </p:cNvSpPr>
          <p:nvPr/>
        </p:nvSpPr>
        <p:spPr>
          <a:xfrm xmlns:a="http://schemas.openxmlformats.org/drawingml/2006/main">
            <a:off x="381000" y="41148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6" name="grid-h-496">
            <a:extLst xmlns:a="http://schemas.openxmlformats.org/drawingml/2006/main">
              <a:ext uri="{FF2B5EF4-FFF2-40B4-BE49-F238E27FC236}">
                <a16:creationId xmlns:a16="http://schemas.microsoft.com/office/drawing/2014/main" id="{9893D021-141E-49FB-924F-A56DA330578F}"/>
              </a:ext>
            </a:extLst>
          </p:cNvPr>
          <p:cNvSpPr>
            <a:spLocks xmlns:a="http://schemas.openxmlformats.org/drawingml/2006/main" noGrp="1"/>
          </p:cNvSpPr>
          <p:nvPr/>
        </p:nvSpPr>
        <p:spPr>
          <a:xfrm xmlns:a="http://schemas.openxmlformats.org/drawingml/2006/main">
            <a:off x="381000" y="47244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7" name="grid-h-560">
            <a:extLst xmlns:a="http://schemas.openxmlformats.org/drawingml/2006/main">
              <a:ext uri="{FF2B5EF4-FFF2-40B4-BE49-F238E27FC236}">
                <a16:creationId xmlns:a16="http://schemas.microsoft.com/office/drawing/2014/main" id="{7003A60C-D03B-4A92-9A78-76FE2DD48E31}"/>
              </a:ext>
            </a:extLst>
          </p:cNvPr>
          <p:cNvSpPr>
            <a:spLocks xmlns:a="http://schemas.openxmlformats.org/drawingml/2006/main" noGrp="1"/>
          </p:cNvSpPr>
          <p:nvPr/>
        </p:nvSpPr>
        <p:spPr>
          <a:xfrm xmlns:a="http://schemas.openxmlformats.org/drawingml/2006/main">
            <a:off x="381000" y="53340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8" name="grid-h-624">
            <a:extLst xmlns:a="http://schemas.openxmlformats.org/drawingml/2006/main">
              <a:ext uri="{FF2B5EF4-FFF2-40B4-BE49-F238E27FC236}">
                <a16:creationId xmlns:a16="http://schemas.microsoft.com/office/drawing/2014/main" id="{6356B0EB-231A-408F-982A-46FD7F0F5D99}"/>
              </a:ext>
            </a:extLst>
          </p:cNvPr>
          <p:cNvSpPr>
            <a:spLocks xmlns:a="http://schemas.openxmlformats.org/drawingml/2006/main" noGrp="1"/>
          </p:cNvSpPr>
          <p:nvPr/>
        </p:nvSpPr>
        <p:spPr>
          <a:xfrm xmlns:a="http://schemas.openxmlformats.org/drawingml/2006/main">
            <a:off x="381000" y="59436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9" name="top-rule">
            <a:extLst xmlns:a="http://schemas.openxmlformats.org/drawingml/2006/main">
              <a:ext uri="{FF2B5EF4-FFF2-40B4-BE49-F238E27FC236}">
                <a16:creationId xmlns:a16="http://schemas.microsoft.com/office/drawing/2014/main" id="{0591E168-40D5-4781-ADEA-0349AD251479}"/>
              </a:ext>
            </a:extLst>
          </p:cNvPr>
          <p:cNvSpPr>
            <a:spLocks xmlns:a="http://schemas.openxmlformats.org/drawingml/2006/main" noGrp="1"/>
          </p:cNvSpPr>
          <p:nvPr/>
        </p:nvSpPr>
        <p:spPr>
          <a:xfrm xmlns:a="http://schemas.openxmlformats.org/drawingml/2006/main">
            <a:off x="381000" y="876300"/>
            <a:ext cx="11430000" cy="0"/>
          </a:xfrm>
          <a:prstGeom xmlns:a="http://schemas.openxmlformats.org/drawingml/2006/main" prst="line">
            <a:avLst/>
          </a:prstGeom>
          <a:noFill xmlns:a="http://schemas.openxmlformats.org/drawingml/2006/main"/>
          <a:ln xmlns:a="http://schemas.openxmlformats.org/drawingml/2006/main" w="11430">
            <a:solidFill>
              <a:srgbClr val="252A26"/>
            </a:solidFill>
            <a:prstDash val="solid"/>
          </a:ln>
        </p:spPr>
      </p:sp>
      <p:sp>
        <p:nvSpPr>
          <p:cNvPr id="30" name="wordmark">
            <a:extLst xmlns:a="http://schemas.openxmlformats.org/drawingml/2006/main">
              <a:ext uri="{FF2B5EF4-FFF2-40B4-BE49-F238E27FC236}">
                <a16:creationId xmlns:a16="http://schemas.microsoft.com/office/drawing/2014/main" id="{7F6D21B2-412A-455E-AB38-EA5BF9082191}"/>
              </a:ext>
            </a:extLst>
          </p:cNvPr>
          <p:cNvSpPr>
            <a:spLocks xmlns:a="http://schemas.openxmlformats.org/drawingml/2006/main" noGrp="1"/>
          </p:cNvSpPr>
          <p:nvPr/>
        </p:nvSpPr>
        <p:spPr>
          <a:xfrm xmlns:a="http://schemas.openxmlformats.org/drawingml/2006/main">
            <a:off x="381000" y="228600"/>
            <a:ext cx="1714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2550" b="1">
                <a:solidFill>
                  <a:srgbClr val="F1EFE5"/>
                </a:solidFill>
                <a:latin typeface="Arial Black"/>
                <a:ea typeface="Arial Black"/>
                <a:cs typeface="Arial Black"/>
              </a:defRPr>
            </a:pPr>
            <a:r>
              <a:rPr sz="2550" b="1">
                <a:solidFill>
                  <a:srgbClr val="F1EFE5"/>
                </a:solidFill>
                <a:latin typeface="Arial Black"/>
                <a:ea typeface="Arial Black"/>
                <a:cs typeface="Arial Black"/>
              </a:rPr>
              <a:t>POOL</a:t>
            </a:r>
          </a:p>
        </p:txBody>
      </p:sp>
      <p:sp>
        <p:nvSpPr>
          <p:cNvPr id="31" name="environment-label">
            <a:extLst xmlns:a="http://schemas.openxmlformats.org/drawingml/2006/main">
              <a:ext uri="{FF2B5EF4-FFF2-40B4-BE49-F238E27FC236}">
                <a16:creationId xmlns:a16="http://schemas.microsoft.com/office/drawing/2014/main" id="{CB2D230D-686A-466F-9E77-0655E19B5846}"/>
              </a:ext>
            </a:extLst>
          </p:cNvPr>
          <p:cNvSpPr>
            <a:spLocks xmlns:a="http://schemas.openxmlformats.org/drawingml/2006/main" noGrp="1"/>
          </p:cNvSpPr>
          <p:nvPr/>
        </p:nvSpPr>
        <p:spPr>
          <a:xfrm xmlns:a="http://schemas.openxmlformats.org/drawingml/2006/main">
            <a:off x="4705350" y="352425"/>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0000"/>
              </a:lnSpc>
              <a:buNone/>
              <a:defRPr sz="1050" b="0">
                <a:solidFill>
                  <a:srgbClr val="858B84"/>
                </a:solidFill>
                <a:latin typeface="Courier New"/>
                <a:ea typeface="Courier New"/>
                <a:cs typeface="Courier New"/>
              </a:defRPr>
            </a:pPr>
            <a:r>
              <a:rPr sz="1050" b="0">
                <a:solidFill>
                  <a:srgbClr val="858B84"/>
                </a:solidFill>
                <a:latin typeface="Courier New"/>
                <a:ea typeface="Courier New"/>
                <a:cs typeface="Courier New"/>
              </a:rPr>
              <a:t>RAIN BOUNDED EXECUTION</a:t>
            </a:r>
          </a:p>
        </p:txBody>
      </p:sp>
      <p:sp>
        <p:nvSpPr>
          <p:cNvPr id="32" name="slide-index">
            <a:extLst xmlns:a="http://schemas.openxmlformats.org/drawingml/2006/main">
              <a:ext uri="{FF2B5EF4-FFF2-40B4-BE49-F238E27FC236}">
                <a16:creationId xmlns:a16="http://schemas.microsoft.com/office/drawing/2014/main" id="{F7229977-C447-4165-AA95-B25F3F9EDB97}"/>
              </a:ext>
            </a:extLst>
          </p:cNvPr>
          <p:cNvSpPr>
            <a:spLocks xmlns:a="http://schemas.openxmlformats.org/drawingml/2006/main" noGrp="1"/>
          </p:cNvSpPr>
          <p:nvPr/>
        </p:nvSpPr>
        <p:spPr>
          <a:xfrm xmlns:a="http://schemas.openxmlformats.org/drawingml/2006/main">
            <a:off x="10572750" y="352425"/>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1050" b="0">
                <a:solidFill>
                  <a:srgbClr val="858B84"/>
                </a:solidFill>
                <a:latin typeface="Courier New"/>
                <a:ea typeface="Courier New"/>
                <a:cs typeface="Courier New"/>
              </a:defRPr>
            </a:pPr>
            <a:r>
              <a:rPr sz="1050" b="0">
                <a:solidFill>
                  <a:srgbClr val="858B84"/>
                </a:solidFill>
                <a:latin typeface="Courier New"/>
                <a:ea typeface="Courier New"/>
                <a:cs typeface="Courier New"/>
              </a:rPr>
              <a:t>05 / 06</a:t>
            </a:r>
          </a:p>
        </p:txBody>
      </p:sp>
      <p:sp>
        <p:nvSpPr>
          <p:cNvPr id="33" name="event-footer">
            <a:extLst xmlns:a="http://schemas.openxmlformats.org/drawingml/2006/main">
              <a:ext uri="{FF2B5EF4-FFF2-40B4-BE49-F238E27FC236}">
                <a16:creationId xmlns:a16="http://schemas.microsoft.com/office/drawing/2014/main" id="{9507B8E8-5C8C-48DB-9EF5-D29D3BA3F9CE}"/>
              </a:ext>
            </a:extLst>
          </p:cNvPr>
          <p:cNvSpPr>
            <a:spLocks xmlns:a="http://schemas.openxmlformats.org/drawingml/2006/main" noGrp="1"/>
          </p:cNvSpPr>
          <p:nvPr/>
        </p:nvSpPr>
        <p:spPr>
          <a:xfrm xmlns:a="http://schemas.openxmlformats.org/drawingml/2006/main">
            <a:off x="381000" y="6467475"/>
            <a:ext cx="4572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0">
                <a:solidFill>
                  <a:srgbClr val="858B84"/>
                </a:solidFill>
                <a:latin typeface="Courier New"/>
                <a:ea typeface="Courier New"/>
                <a:cs typeface="Courier New"/>
              </a:defRPr>
            </a:pPr>
            <a:r>
              <a:rPr sz="900" b="0">
                <a:solidFill>
                  <a:srgbClr val="858B84"/>
                </a:solidFill>
                <a:latin typeface="Courier New"/>
                <a:ea typeface="Courier New"/>
                <a:cs typeface="Courier New"/>
              </a:rPr>
              <a:t>RAINGENTIC COMMERCE · RAIN + MONAD</a:t>
            </a:r>
          </a:p>
        </p:txBody>
      </p:sp>
      <p:sp>
        <p:nvSpPr>
          <p:cNvPr id="34" name="honesty-footer">
            <a:extLst xmlns:a="http://schemas.openxmlformats.org/drawingml/2006/main">
              <a:ext uri="{FF2B5EF4-FFF2-40B4-BE49-F238E27FC236}">
                <a16:creationId xmlns:a16="http://schemas.microsoft.com/office/drawing/2014/main" id="{0BEA1EA7-A4C4-467F-831F-90915DCB37AE}"/>
              </a:ext>
            </a:extLst>
          </p:cNvPr>
          <p:cNvSpPr>
            <a:spLocks xmlns:a="http://schemas.openxmlformats.org/drawingml/2006/main" noGrp="1"/>
          </p:cNvSpPr>
          <p:nvPr/>
        </p:nvSpPr>
        <p:spPr>
          <a:xfrm xmlns:a="http://schemas.openxmlformats.org/drawingml/2006/main">
            <a:off x="6934200" y="6467475"/>
            <a:ext cx="4876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0">
                <a:solidFill>
                  <a:srgbClr val="858B84"/>
                </a:solidFill>
                <a:latin typeface="Courier New"/>
                <a:ea typeface="Courier New"/>
                <a:cs typeface="Courier New"/>
              </a:defRPr>
            </a:pPr>
            <a:r>
              <a:rPr sz="900" b="0">
                <a:solidFill>
                  <a:srgbClr val="858B84"/>
                </a:solidFill>
                <a:latin typeface="Courier New"/>
                <a:ea typeface="Courier New"/>
                <a:cs typeface="Courier New"/>
              </a:rPr>
              <a:t>SANDBOX / TESTNET CLAIMS REQUIRE RENDERED EVIDENCE</a:t>
            </a:r>
          </a:p>
        </p:txBody>
      </p:sp>
      <p:sp>
        <p:nvSpPr>
          <p:cNvPr id="35" name="eyebrow">
            <a:extLst xmlns:a="http://schemas.openxmlformats.org/drawingml/2006/main">
              <a:ext uri="{FF2B5EF4-FFF2-40B4-BE49-F238E27FC236}">
                <a16:creationId xmlns:a16="http://schemas.microsoft.com/office/drawing/2014/main" id="{AB915BE7-5CC1-46FB-A702-23BF375C1005}"/>
              </a:ext>
            </a:extLst>
          </p:cNvPr>
          <p:cNvSpPr>
            <a:spLocks xmlns:a="http://schemas.openxmlformats.org/drawingml/2006/main" noGrp="1"/>
          </p:cNvSpPr>
          <p:nvPr/>
        </p:nvSpPr>
        <p:spPr>
          <a:xfrm xmlns:a="http://schemas.openxmlformats.org/drawingml/2006/main">
            <a:off x="381000" y="1123950"/>
            <a:ext cx="533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125" b="1">
                <a:solidFill>
                  <a:srgbClr val="C7F52F"/>
                </a:solidFill>
                <a:latin typeface="Courier New"/>
                <a:ea typeface="Courier New"/>
                <a:cs typeface="Courier New"/>
              </a:defRPr>
            </a:pPr>
            <a:r>
              <a:rPr sz="1125" b="1">
                <a:solidFill>
                  <a:srgbClr val="C7F52F"/>
                </a:solidFill>
                <a:latin typeface="Courier New"/>
                <a:ea typeface="Courier New"/>
                <a:cs typeface="Courier New"/>
              </a:rPr>
              <a:t>04 / AUTHORIZE</a:t>
            </a:r>
          </a:p>
        </p:txBody>
      </p:sp>
      <p:sp>
        <p:nvSpPr>
          <p:cNvPr id="36" name="slide-title">
            <a:extLst xmlns:a="http://schemas.openxmlformats.org/drawingml/2006/main">
              <a:ext uri="{FF2B5EF4-FFF2-40B4-BE49-F238E27FC236}">
                <a16:creationId xmlns:a16="http://schemas.microsoft.com/office/drawing/2014/main" id="{18A4E49F-8C0D-44C4-870C-FB89CD2CE7B9}"/>
              </a:ext>
            </a:extLst>
          </p:cNvPr>
          <p:cNvSpPr>
            <a:spLocks xmlns:a="http://schemas.openxmlformats.org/drawingml/2006/main" noGrp="1"/>
          </p:cNvSpPr>
          <p:nvPr/>
        </p:nvSpPr>
        <p:spPr>
          <a:xfrm xmlns:a="http://schemas.openxmlformats.org/drawingml/2006/main">
            <a:off x="381000" y="1409700"/>
            <a:ext cx="10858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3750" b="1">
                <a:solidFill>
                  <a:srgbClr val="F1EFE5"/>
                </a:solidFill>
                <a:latin typeface="Arial Black"/>
                <a:ea typeface="Arial Black"/>
                <a:cs typeface="Arial Black"/>
              </a:defRPr>
            </a:pPr>
            <a:r>
              <a:rPr sz="3750" b="1">
                <a:solidFill>
                  <a:srgbClr val="F1EFE5"/>
                </a:solidFill>
                <a:latin typeface="Arial Black"/>
                <a:ea typeface="Arial Black"/>
                <a:cs typeface="Arial Black"/>
              </a:rPr>
              <a:t>CLEAR FIRST. AUTHORIZE SECOND.</a:t>
            </a:r>
          </a:p>
        </p:txBody>
      </p:sp>
      <p:sp>
        <p:nvSpPr>
          <p:cNvPr id="37" name="capture-label">
            <a:extLst xmlns:a="http://schemas.openxmlformats.org/drawingml/2006/main">
              <a:ext uri="{FF2B5EF4-FFF2-40B4-BE49-F238E27FC236}">
                <a16:creationId xmlns:a16="http://schemas.microsoft.com/office/drawing/2014/main" id="{BD24E876-391D-4A31-874B-7BC5E7BE3539}"/>
              </a:ext>
            </a:extLst>
          </p:cNvPr>
          <p:cNvSpPr>
            <a:spLocks xmlns:a="http://schemas.openxmlformats.org/drawingml/2006/main" noGrp="1"/>
          </p:cNvSpPr>
          <p:nvPr/>
        </p:nvSpPr>
        <p:spPr>
          <a:xfrm xmlns:a="http://schemas.openxmlformats.org/drawingml/2006/main">
            <a:off x="419100" y="2343150"/>
            <a:ext cx="247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125" b="1">
                <a:solidFill>
                  <a:srgbClr val="C7F52F"/>
                </a:solidFill>
                <a:latin typeface="Courier New"/>
                <a:ea typeface="Courier New"/>
                <a:cs typeface="Courier New"/>
              </a:defRPr>
            </a:pPr>
            <a:r>
              <a:rPr sz="1125" b="1">
                <a:solidFill>
                  <a:srgbClr val="C7F52F"/>
                </a:solidFill>
                <a:latin typeface="Courier New"/>
                <a:ea typeface="Courier New"/>
                <a:cs typeface="Courier New"/>
              </a:rPr>
              <a:t>EXACT SETTLED AMOUNT</a:t>
            </a:r>
          </a:p>
        </p:txBody>
      </p:sp>
      <p:sp>
        <p:nvSpPr>
          <p:cNvPr id="38" name="mcc-label">
            <a:extLst xmlns:a="http://schemas.openxmlformats.org/drawingml/2006/main">
              <a:ext uri="{FF2B5EF4-FFF2-40B4-BE49-F238E27FC236}">
                <a16:creationId xmlns:a16="http://schemas.microsoft.com/office/drawing/2014/main" id="{A9C337DF-9F99-48EF-93F8-6ACB4D750DBD}"/>
              </a:ext>
            </a:extLst>
          </p:cNvPr>
          <p:cNvSpPr>
            <a:spLocks xmlns:a="http://schemas.openxmlformats.org/drawingml/2006/main" noGrp="1"/>
          </p:cNvSpPr>
          <p:nvPr/>
        </p:nvSpPr>
        <p:spPr>
          <a:xfrm xmlns:a="http://schemas.openxmlformats.org/drawingml/2006/main">
            <a:off x="7581900" y="2343150"/>
            <a:ext cx="190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200" b="1">
                <a:solidFill>
                  <a:srgbClr val="C7F52F"/>
                </a:solidFill>
                <a:latin typeface="Courier New"/>
                <a:ea typeface="Courier New"/>
                <a:cs typeface="Courier New"/>
              </a:defRPr>
            </a:pPr>
            <a:r>
              <a:rPr sz="1200" b="1">
                <a:solidFill>
                  <a:srgbClr val="C7F52F"/>
                </a:solidFill>
                <a:latin typeface="Courier New"/>
                <a:ea typeface="Courier New"/>
                <a:cs typeface="Courier New"/>
              </a:rPr>
              <a:t>ALLOWED MCC</a:t>
            </a:r>
          </a:p>
        </p:txBody>
      </p:sp>
      <p:sp>
        <p:nvSpPr>
          <p:cNvPr id="39" name="authority-label">
            <a:extLst xmlns:a="http://schemas.openxmlformats.org/drawingml/2006/main">
              <a:ext uri="{FF2B5EF4-FFF2-40B4-BE49-F238E27FC236}">
                <a16:creationId xmlns:a16="http://schemas.microsoft.com/office/drawing/2014/main" id="{DF7D956E-4ED0-464B-8BEF-985FB210F87F}"/>
              </a:ext>
            </a:extLst>
          </p:cNvPr>
          <p:cNvSpPr>
            <a:spLocks xmlns:a="http://schemas.openxmlformats.org/drawingml/2006/main" noGrp="1"/>
          </p:cNvSpPr>
          <p:nvPr/>
        </p:nvSpPr>
        <p:spPr>
          <a:xfrm xmlns:a="http://schemas.openxmlformats.org/drawingml/2006/main">
            <a:off x="10020300" y="2343150"/>
            <a:ext cx="1790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1200" b="1">
                <a:solidFill>
                  <a:srgbClr val="C7F52F"/>
                </a:solidFill>
                <a:latin typeface="Courier New"/>
                <a:ea typeface="Courier New"/>
                <a:cs typeface="Courier New"/>
              </a:defRPr>
            </a:pPr>
            <a:r>
              <a:rPr sz="1200" b="1">
                <a:solidFill>
                  <a:srgbClr val="C7F52F"/>
                </a:solidFill>
                <a:latin typeface="Courier New"/>
                <a:ea typeface="Courier New"/>
                <a:cs typeface="Courier New"/>
              </a:rPr>
              <a:t>SCOPED CARD</a:t>
            </a:r>
          </a:p>
        </p:txBody>
      </p:sp>
      <p:sp>
        <p:nvSpPr>
          <p:cNvPr id="40" name="capture-index-0">
            <a:extLst xmlns:a="http://schemas.openxmlformats.org/drawingml/2006/main">
              <a:ext uri="{FF2B5EF4-FFF2-40B4-BE49-F238E27FC236}">
                <a16:creationId xmlns:a16="http://schemas.microsoft.com/office/drawing/2014/main" id="{BBBC2692-A5E0-47C3-BAEF-63C8D3A4EDC4}"/>
              </a:ext>
            </a:extLst>
          </p:cNvPr>
          <p:cNvSpPr>
            <a:spLocks xmlns:a="http://schemas.openxmlformats.org/drawingml/2006/main" noGrp="1"/>
          </p:cNvSpPr>
          <p:nvPr/>
        </p:nvSpPr>
        <p:spPr>
          <a:xfrm xmlns:a="http://schemas.openxmlformats.org/drawingml/2006/main">
            <a:off x="419100" y="2743200"/>
            <a:ext cx="3238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125" b="0">
                <a:solidFill>
                  <a:srgbClr val="858B84"/>
                </a:solidFill>
                <a:latin typeface="Courier New"/>
                <a:ea typeface="Courier New"/>
                <a:cs typeface="Courier New"/>
              </a:defRPr>
            </a:pPr>
            <a:r>
              <a:rPr sz="1125" b="0">
                <a:solidFill>
                  <a:srgbClr val="858B84"/>
                </a:solidFill>
                <a:latin typeface="Courier New"/>
                <a:ea typeface="Courier New"/>
                <a:cs typeface="Courier New"/>
              </a:rPr>
              <a:t>01</a:t>
            </a:r>
          </a:p>
        </p:txBody>
      </p:sp>
      <p:sp>
        <p:nvSpPr>
          <p:cNvPr id="41" name="capture-who-0">
            <a:extLst xmlns:a="http://schemas.openxmlformats.org/drawingml/2006/main">
              <a:ext uri="{FF2B5EF4-FFF2-40B4-BE49-F238E27FC236}">
                <a16:creationId xmlns:a16="http://schemas.microsoft.com/office/drawing/2014/main" id="{6410C402-17F3-4DDE-B8FE-3DA0F4160E5A}"/>
              </a:ext>
            </a:extLst>
          </p:cNvPr>
          <p:cNvSpPr>
            <a:spLocks xmlns:a="http://schemas.openxmlformats.org/drawingml/2006/main" noGrp="1"/>
          </p:cNvSpPr>
          <p:nvPr/>
        </p:nvSpPr>
        <p:spPr>
          <a:xfrm xmlns:a="http://schemas.openxmlformats.org/drawingml/2006/main">
            <a:off x="876300" y="2743200"/>
            <a:ext cx="3162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350" b="0">
                <a:solidFill>
                  <a:srgbClr val="D3D1C8"/>
                </a:solidFill>
                <a:latin typeface="Courier New"/>
                <a:ea typeface="Courier New"/>
                <a:cs typeface="Courier New"/>
              </a:defRPr>
            </a:pPr>
            <a:r>
              <a:rPr sz="1350" b="0">
                <a:solidFill>
                  <a:srgbClr val="D3D1C8"/>
                </a:solidFill>
                <a:latin typeface="Courier New"/>
                <a:ea typeface="Courier New"/>
                <a:cs typeface="Courier New"/>
              </a:rPr>
              <a:t>HARBOR LABS · 3 UNITS</a:t>
            </a:r>
          </a:p>
        </p:txBody>
      </p:sp>
      <p:sp>
        <p:nvSpPr>
          <p:cNvPr id="42" name="capture-amount-0">
            <a:extLst xmlns:a="http://schemas.openxmlformats.org/drawingml/2006/main">
              <a:ext uri="{FF2B5EF4-FFF2-40B4-BE49-F238E27FC236}">
                <a16:creationId xmlns:a16="http://schemas.microsoft.com/office/drawing/2014/main" id="{9DE39D51-08E6-49AB-9CB3-66E0D157FD4B}"/>
              </a:ext>
            </a:extLst>
          </p:cNvPr>
          <p:cNvSpPr>
            <a:spLocks xmlns:a="http://schemas.openxmlformats.org/drawingml/2006/main" noGrp="1"/>
          </p:cNvSpPr>
          <p:nvPr/>
        </p:nvSpPr>
        <p:spPr>
          <a:xfrm xmlns:a="http://schemas.openxmlformats.org/drawingml/2006/main">
            <a:off x="4324350" y="2619375"/>
            <a:ext cx="18288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2850" b="1">
                <a:solidFill>
                  <a:srgbClr val="F1EFE5"/>
                </a:solidFill>
                <a:latin typeface="Arial Black"/>
                <a:ea typeface="Arial Black"/>
                <a:cs typeface="Arial Black"/>
              </a:defRPr>
            </a:pPr>
            <a:r>
              <a:rPr sz="2850" b="1">
                <a:solidFill>
                  <a:srgbClr val="F1EFE5"/>
                </a:solidFill>
                <a:latin typeface="Arial Black"/>
                <a:ea typeface="Arial Black"/>
                <a:cs typeface="Arial Black"/>
              </a:rPr>
              <a:t>$1,167</a:t>
            </a:r>
          </a:p>
        </p:txBody>
      </p:sp>
      <p:sp>
        <p:nvSpPr>
          <p:cNvPr id="43" name="capture-scope-0">
            <a:extLst xmlns:a="http://schemas.openxmlformats.org/drawingml/2006/main">
              <a:ext uri="{FF2B5EF4-FFF2-40B4-BE49-F238E27FC236}">
                <a16:creationId xmlns:a16="http://schemas.microsoft.com/office/drawing/2014/main" id="{3B0EC4DD-C7EE-4AC4-8621-14E02B9851CE}"/>
              </a:ext>
            </a:extLst>
          </p:cNvPr>
          <p:cNvSpPr>
            <a:spLocks xmlns:a="http://schemas.openxmlformats.org/drawingml/2006/main" noGrp="1"/>
          </p:cNvSpPr>
          <p:nvPr/>
        </p:nvSpPr>
        <p:spPr>
          <a:xfrm xmlns:a="http://schemas.openxmlformats.org/drawingml/2006/main">
            <a:off x="6419850" y="2857500"/>
            <a:ext cx="2857500" cy="0"/>
          </a:xfrm>
          <a:prstGeom xmlns:a="http://schemas.openxmlformats.org/drawingml/2006/main" prst="line">
            <a:avLst/>
          </a:prstGeom>
          <a:noFill xmlns:a="http://schemas.openxmlformats.org/drawingml/2006/main"/>
          <a:ln xmlns:a="http://schemas.openxmlformats.org/drawingml/2006/main" w="19050">
            <a:solidFill>
              <a:srgbClr val="7C9920"/>
            </a:solidFill>
            <a:prstDash val="solid"/>
          </a:ln>
        </p:spPr>
      </p:sp>
      <p:sp>
        <p:nvSpPr>
          <p:cNvPr id="44" name="capture-node-0">
            <a:extLst xmlns:a="http://schemas.openxmlformats.org/drawingml/2006/main">
              <a:ext uri="{FF2B5EF4-FFF2-40B4-BE49-F238E27FC236}">
                <a16:creationId xmlns:a16="http://schemas.microsoft.com/office/drawing/2014/main" id="{F6398B6B-DE6F-4449-B4FE-2180F7AC4A02}"/>
              </a:ext>
            </a:extLst>
          </p:cNvPr>
          <p:cNvSpPr>
            <a:spLocks xmlns:a="http://schemas.openxmlformats.org/drawingml/2006/main" noGrp="1"/>
          </p:cNvSpPr>
          <p:nvPr/>
        </p:nvSpPr>
        <p:spPr>
          <a:xfrm xmlns:a="http://schemas.openxmlformats.org/drawingml/2006/main">
            <a:off x="9191625" y="2790825"/>
            <a:ext cx="133350" cy="133350"/>
          </a:xfrm>
          <a:prstGeom xmlns:a="http://schemas.openxmlformats.org/drawingml/2006/main" prst="ellipse">
            <a:avLst/>
          </a:prstGeom>
          <a:solidFill xmlns:a="http://schemas.openxmlformats.org/drawingml/2006/main">
            <a:srgbClr val="C7F52F"/>
          </a:solidFill>
          <a:ln xmlns:a="http://schemas.openxmlformats.org/drawingml/2006/main" w="0">
            <a:noFill/>
            <a:prstDash val="solid"/>
          </a:ln>
        </p:spPr>
      </p:sp>
      <p:sp>
        <p:nvSpPr>
          <p:cNvPr id="45" name="capture-mcc-0">
            <a:extLst xmlns:a="http://schemas.openxmlformats.org/drawingml/2006/main">
              <a:ext uri="{FF2B5EF4-FFF2-40B4-BE49-F238E27FC236}">
                <a16:creationId xmlns:a16="http://schemas.microsoft.com/office/drawing/2014/main" id="{61C1B294-F825-4E81-BE18-C83BC178AF42}"/>
              </a:ext>
            </a:extLst>
          </p:cNvPr>
          <p:cNvSpPr>
            <a:spLocks xmlns:a="http://schemas.openxmlformats.org/drawingml/2006/main" noGrp="1"/>
          </p:cNvSpPr>
          <p:nvPr/>
        </p:nvSpPr>
        <p:spPr>
          <a:xfrm xmlns:a="http://schemas.openxmlformats.org/drawingml/2006/main">
            <a:off x="9525000" y="2724150"/>
            <a:ext cx="1066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875" b="1">
                <a:solidFill>
                  <a:srgbClr val="C7F52F"/>
                </a:solidFill>
                <a:latin typeface="Courier New"/>
                <a:ea typeface="Courier New"/>
                <a:cs typeface="Courier New"/>
              </a:defRPr>
            </a:pPr>
            <a:r>
              <a:rPr sz="1875" b="1">
                <a:solidFill>
                  <a:srgbClr val="C7F52F"/>
                </a:solidFill>
                <a:latin typeface="Courier New"/>
                <a:ea typeface="Courier New"/>
                <a:cs typeface="Courier New"/>
              </a:rPr>
              <a:t>5732</a:t>
            </a:r>
          </a:p>
        </p:txBody>
      </p:sp>
      <p:sp>
        <p:nvSpPr>
          <p:cNvPr id="46" name="capture-scope-label-0">
            <a:extLst xmlns:a="http://schemas.openxmlformats.org/drawingml/2006/main">
              <a:ext uri="{FF2B5EF4-FFF2-40B4-BE49-F238E27FC236}">
                <a16:creationId xmlns:a16="http://schemas.microsoft.com/office/drawing/2014/main" id="{EEE2CDC9-8C6D-46E8-9387-B3E73F2C8F49}"/>
              </a:ext>
            </a:extLst>
          </p:cNvPr>
          <p:cNvSpPr>
            <a:spLocks xmlns:a="http://schemas.openxmlformats.org/drawingml/2006/main" noGrp="1"/>
          </p:cNvSpPr>
          <p:nvPr/>
        </p:nvSpPr>
        <p:spPr>
          <a:xfrm xmlns:a="http://schemas.openxmlformats.org/drawingml/2006/main">
            <a:off x="10820400" y="2752725"/>
            <a:ext cx="9906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1275" b="1">
                <a:solidFill>
                  <a:srgbClr val="D3D1C8"/>
                </a:solidFill>
                <a:latin typeface="Courier New"/>
                <a:ea typeface="Courier New"/>
                <a:cs typeface="Courier New"/>
              </a:defRPr>
            </a:pPr>
            <a:r>
              <a:rPr sz="1275" b="1">
                <a:solidFill>
                  <a:srgbClr val="D3D1C8"/>
                </a:solidFill>
                <a:latin typeface="Courier New"/>
                <a:ea typeface="Courier New"/>
                <a:cs typeface="Courier New"/>
              </a:rPr>
              <a:t>SCOPED</a:t>
            </a:r>
          </a:p>
        </p:txBody>
      </p:sp>
      <p:sp>
        <p:nvSpPr>
          <p:cNvPr id="47" name="capture-rule-0">
            <a:extLst xmlns:a="http://schemas.openxmlformats.org/drawingml/2006/main">
              <a:ext uri="{FF2B5EF4-FFF2-40B4-BE49-F238E27FC236}">
                <a16:creationId xmlns:a16="http://schemas.microsoft.com/office/drawing/2014/main" id="{86348B51-AF78-4FF9-B5C0-FE36F86A720E}"/>
              </a:ext>
            </a:extLst>
          </p:cNvPr>
          <p:cNvSpPr>
            <a:spLocks xmlns:a="http://schemas.openxmlformats.org/drawingml/2006/main" noGrp="1"/>
          </p:cNvSpPr>
          <p:nvPr/>
        </p:nvSpPr>
        <p:spPr>
          <a:xfrm xmlns:a="http://schemas.openxmlformats.org/drawingml/2006/main">
            <a:off x="419100" y="3257550"/>
            <a:ext cx="11391900" cy="0"/>
          </a:xfrm>
          <a:prstGeom xmlns:a="http://schemas.openxmlformats.org/drawingml/2006/main" prst="line">
            <a:avLst/>
          </a:prstGeom>
          <a:noFill xmlns:a="http://schemas.openxmlformats.org/drawingml/2006/main"/>
          <a:ln xmlns:a="http://schemas.openxmlformats.org/drawingml/2006/main" w="9525">
            <a:solidFill>
              <a:srgbClr val="252A26"/>
            </a:solidFill>
            <a:prstDash val="solid"/>
          </a:ln>
        </p:spPr>
      </p:sp>
      <p:sp>
        <p:nvSpPr>
          <p:cNvPr id="48" name="capture-index-1">
            <a:extLst xmlns:a="http://schemas.openxmlformats.org/drawingml/2006/main">
              <a:ext uri="{FF2B5EF4-FFF2-40B4-BE49-F238E27FC236}">
                <a16:creationId xmlns:a16="http://schemas.microsoft.com/office/drawing/2014/main" id="{E7FA7C64-8BF6-4A1E-981A-B728B42D0B00}"/>
              </a:ext>
            </a:extLst>
          </p:cNvPr>
          <p:cNvSpPr>
            <a:spLocks xmlns:a="http://schemas.openxmlformats.org/drawingml/2006/main" noGrp="1"/>
          </p:cNvSpPr>
          <p:nvPr/>
        </p:nvSpPr>
        <p:spPr>
          <a:xfrm xmlns:a="http://schemas.openxmlformats.org/drawingml/2006/main">
            <a:off x="419100" y="3562350"/>
            <a:ext cx="3238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125" b="0">
                <a:solidFill>
                  <a:srgbClr val="858B84"/>
                </a:solidFill>
                <a:latin typeface="Courier New"/>
                <a:ea typeface="Courier New"/>
                <a:cs typeface="Courier New"/>
              </a:defRPr>
            </a:pPr>
            <a:r>
              <a:rPr sz="1125" b="0">
                <a:solidFill>
                  <a:srgbClr val="858B84"/>
                </a:solidFill>
                <a:latin typeface="Courier New"/>
                <a:ea typeface="Courier New"/>
                <a:cs typeface="Courier New"/>
              </a:rPr>
              <a:t>02</a:t>
            </a:r>
          </a:p>
        </p:txBody>
      </p:sp>
      <p:sp>
        <p:nvSpPr>
          <p:cNvPr id="49" name="capture-who-1">
            <a:extLst xmlns:a="http://schemas.openxmlformats.org/drawingml/2006/main">
              <a:ext uri="{FF2B5EF4-FFF2-40B4-BE49-F238E27FC236}">
                <a16:creationId xmlns:a16="http://schemas.microsoft.com/office/drawing/2014/main" id="{69EB93BB-550D-4EE1-8EBC-A5CA4E200DA0}"/>
              </a:ext>
            </a:extLst>
          </p:cNvPr>
          <p:cNvSpPr>
            <a:spLocks xmlns:a="http://schemas.openxmlformats.org/drawingml/2006/main" noGrp="1"/>
          </p:cNvSpPr>
          <p:nvPr/>
        </p:nvSpPr>
        <p:spPr>
          <a:xfrm xmlns:a="http://schemas.openxmlformats.org/drawingml/2006/main">
            <a:off x="876300" y="3562350"/>
            <a:ext cx="3162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350" b="0">
                <a:solidFill>
                  <a:srgbClr val="D3D1C8"/>
                </a:solidFill>
                <a:latin typeface="Courier New"/>
                <a:ea typeface="Courier New"/>
                <a:cs typeface="Courier New"/>
              </a:defRPr>
            </a:pPr>
            <a:r>
              <a:rPr sz="1350" b="0">
                <a:solidFill>
                  <a:srgbClr val="D3D1C8"/>
                </a:solidFill>
                <a:latin typeface="Courier New"/>
                <a:ea typeface="Courier New"/>
                <a:cs typeface="Courier New"/>
              </a:rPr>
              <a:t>PATCHWORK AI · 4 UNITS</a:t>
            </a:r>
          </a:p>
        </p:txBody>
      </p:sp>
      <p:sp>
        <p:nvSpPr>
          <p:cNvPr id="50" name="capture-amount-1">
            <a:extLst xmlns:a="http://schemas.openxmlformats.org/drawingml/2006/main">
              <a:ext uri="{FF2B5EF4-FFF2-40B4-BE49-F238E27FC236}">
                <a16:creationId xmlns:a16="http://schemas.microsoft.com/office/drawing/2014/main" id="{E313192F-2EC9-4A78-AB01-5F8BB448FB2F}"/>
              </a:ext>
            </a:extLst>
          </p:cNvPr>
          <p:cNvSpPr>
            <a:spLocks xmlns:a="http://schemas.openxmlformats.org/drawingml/2006/main" noGrp="1"/>
          </p:cNvSpPr>
          <p:nvPr/>
        </p:nvSpPr>
        <p:spPr>
          <a:xfrm xmlns:a="http://schemas.openxmlformats.org/drawingml/2006/main">
            <a:off x="4324350" y="3438525"/>
            <a:ext cx="18288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2850" b="1">
                <a:solidFill>
                  <a:srgbClr val="F1EFE5"/>
                </a:solidFill>
                <a:latin typeface="Arial Black"/>
                <a:ea typeface="Arial Black"/>
                <a:cs typeface="Arial Black"/>
              </a:defRPr>
            </a:pPr>
            <a:r>
              <a:rPr sz="2850" b="1">
                <a:solidFill>
                  <a:srgbClr val="F1EFE5"/>
                </a:solidFill>
                <a:latin typeface="Arial Black"/>
                <a:ea typeface="Arial Black"/>
                <a:cs typeface="Arial Black"/>
              </a:rPr>
              <a:t>$1,556</a:t>
            </a:r>
          </a:p>
        </p:txBody>
      </p:sp>
      <p:sp>
        <p:nvSpPr>
          <p:cNvPr id="51" name="capture-scope-1">
            <a:extLst xmlns:a="http://schemas.openxmlformats.org/drawingml/2006/main">
              <a:ext uri="{FF2B5EF4-FFF2-40B4-BE49-F238E27FC236}">
                <a16:creationId xmlns:a16="http://schemas.microsoft.com/office/drawing/2014/main" id="{C7233791-7CEF-4926-9AAE-23E4C065D030}"/>
              </a:ext>
            </a:extLst>
          </p:cNvPr>
          <p:cNvSpPr>
            <a:spLocks xmlns:a="http://schemas.openxmlformats.org/drawingml/2006/main" noGrp="1"/>
          </p:cNvSpPr>
          <p:nvPr/>
        </p:nvSpPr>
        <p:spPr>
          <a:xfrm xmlns:a="http://schemas.openxmlformats.org/drawingml/2006/main">
            <a:off x="6419850" y="3676650"/>
            <a:ext cx="2857500" cy="0"/>
          </a:xfrm>
          <a:prstGeom xmlns:a="http://schemas.openxmlformats.org/drawingml/2006/main" prst="line">
            <a:avLst/>
          </a:prstGeom>
          <a:noFill xmlns:a="http://schemas.openxmlformats.org/drawingml/2006/main"/>
          <a:ln xmlns:a="http://schemas.openxmlformats.org/drawingml/2006/main" w="19050">
            <a:solidFill>
              <a:srgbClr val="7C9920"/>
            </a:solidFill>
            <a:prstDash val="solid"/>
          </a:ln>
        </p:spPr>
      </p:sp>
      <p:sp>
        <p:nvSpPr>
          <p:cNvPr id="52" name="capture-node-1">
            <a:extLst xmlns:a="http://schemas.openxmlformats.org/drawingml/2006/main">
              <a:ext uri="{FF2B5EF4-FFF2-40B4-BE49-F238E27FC236}">
                <a16:creationId xmlns:a16="http://schemas.microsoft.com/office/drawing/2014/main" id="{37873B78-6430-4D54-9EC9-CFD5199B5C45}"/>
              </a:ext>
            </a:extLst>
          </p:cNvPr>
          <p:cNvSpPr>
            <a:spLocks xmlns:a="http://schemas.openxmlformats.org/drawingml/2006/main" noGrp="1"/>
          </p:cNvSpPr>
          <p:nvPr/>
        </p:nvSpPr>
        <p:spPr>
          <a:xfrm xmlns:a="http://schemas.openxmlformats.org/drawingml/2006/main">
            <a:off x="9191625" y="3609975"/>
            <a:ext cx="133350" cy="133350"/>
          </a:xfrm>
          <a:prstGeom xmlns:a="http://schemas.openxmlformats.org/drawingml/2006/main" prst="ellipse">
            <a:avLst/>
          </a:prstGeom>
          <a:solidFill xmlns:a="http://schemas.openxmlformats.org/drawingml/2006/main">
            <a:srgbClr val="C7F52F"/>
          </a:solidFill>
          <a:ln xmlns:a="http://schemas.openxmlformats.org/drawingml/2006/main" w="0">
            <a:noFill/>
            <a:prstDash val="solid"/>
          </a:ln>
        </p:spPr>
      </p:sp>
      <p:sp>
        <p:nvSpPr>
          <p:cNvPr id="53" name="capture-mcc-1">
            <a:extLst xmlns:a="http://schemas.openxmlformats.org/drawingml/2006/main">
              <a:ext uri="{FF2B5EF4-FFF2-40B4-BE49-F238E27FC236}">
                <a16:creationId xmlns:a16="http://schemas.microsoft.com/office/drawing/2014/main" id="{D20AFD3D-635C-4EB4-A66B-F958903327E0}"/>
              </a:ext>
            </a:extLst>
          </p:cNvPr>
          <p:cNvSpPr>
            <a:spLocks xmlns:a="http://schemas.openxmlformats.org/drawingml/2006/main" noGrp="1"/>
          </p:cNvSpPr>
          <p:nvPr/>
        </p:nvSpPr>
        <p:spPr>
          <a:xfrm xmlns:a="http://schemas.openxmlformats.org/drawingml/2006/main">
            <a:off x="9525000" y="3543300"/>
            <a:ext cx="1066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875" b="1">
                <a:solidFill>
                  <a:srgbClr val="C7F52F"/>
                </a:solidFill>
                <a:latin typeface="Courier New"/>
                <a:ea typeface="Courier New"/>
                <a:cs typeface="Courier New"/>
              </a:defRPr>
            </a:pPr>
            <a:r>
              <a:rPr sz="1875" b="1">
                <a:solidFill>
                  <a:srgbClr val="C7F52F"/>
                </a:solidFill>
                <a:latin typeface="Courier New"/>
                <a:ea typeface="Courier New"/>
                <a:cs typeface="Courier New"/>
              </a:rPr>
              <a:t>5732</a:t>
            </a:r>
          </a:p>
        </p:txBody>
      </p:sp>
      <p:sp>
        <p:nvSpPr>
          <p:cNvPr id="54" name="capture-scope-label-1">
            <a:extLst xmlns:a="http://schemas.openxmlformats.org/drawingml/2006/main">
              <a:ext uri="{FF2B5EF4-FFF2-40B4-BE49-F238E27FC236}">
                <a16:creationId xmlns:a16="http://schemas.microsoft.com/office/drawing/2014/main" id="{2E5CF901-CA3B-4AED-B480-54159A62E256}"/>
              </a:ext>
            </a:extLst>
          </p:cNvPr>
          <p:cNvSpPr>
            <a:spLocks xmlns:a="http://schemas.openxmlformats.org/drawingml/2006/main" noGrp="1"/>
          </p:cNvSpPr>
          <p:nvPr/>
        </p:nvSpPr>
        <p:spPr>
          <a:xfrm xmlns:a="http://schemas.openxmlformats.org/drawingml/2006/main">
            <a:off x="10820400" y="3571875"/>
            <a:ext cx="9906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1275" b="1">
                <a:solidFill>
                  <a:srgbClr val="D3D1C8"/>
                </a:solidFill>
                <a:latin typeface="Courier New"/>
                <a:ea typeface="Courier New"/>
                <a:cs typeface="Courier New"/>
              </a:defRPr>
            </a:pPr>
            <a:r>
              <a:rPr sz="1275" b="1">
                <a:solidFill>
                  <a:srgbClr val="D3D1C8"/>
                </a:solidFill>
                <a:latin typeface="Courier New"/>
                <a:ea typeface="Courier New"/>
                <a:cs typeface="Courier New"/>
              </a:rPr>
              <a:t>SCOPED</a:t>
            </a:r>
          </a:p>
        </p:txBody>
      </p:sp>
      <p:sp>
        <p:nvSpPr>
          <p:cNvPr id="55" name="capture-rule-1">
            <a:extLst xmlns:a="http://schemas.openxmlformats.org/drawingml/2006/main">
              <a:ext uri="{FF2B5EF4-FFF2-40B4-BE49-F238E27FC236}">
                <a16:creationId xmlns:a16="http://schemas.microsoft.com/office/drawing/2014/main" id="{8E7F6291-424E-44FC-B1E4-205CC896F275}"/>
              </a:ext>
            </a:extLst>
          </p:cNvPr>
          <p:cNvSpPr>
            <a:spLocks xmlns:a="http://schemas.openxmlformats.org/drawingml/2006/main" noGrp="1"/>
          </p:cNvSpPr>
          <p:nvPr/>
        </p:nvSpPr>
        <p:spPr>
          <a:xfrm xmlns:a="http://schemas.openxmlformats.org/drawingml/2006/main">
            <a:off x="419100" y="4076700"/>
            <a:ext cx="11391900" cy="0"/>
          </a:xfrm>
          <a:prstGeom xmlns:a="http://schemas.openxmlformats.org/drawingml/2006/main" prst="line">
            <a:avLst/>
          </a:prstGeom>
          <a:noFill xmlns:a="http://schemas.openxmlformats.org/drawingml/2006/main"/>
          <a:ln xmlns:a="http://schemas.openxmlformats.org/drawingml/2006/main" w="9525">
            <a:solidFill>
              <a:srgbClr val="252A26"/>
            </a:solidFill>
            <a:prstDash val="solid"/>
          </a:ln>
        </p:spPr>
      </p:sp>
      <p:sp>
        <p:nvSpPr>
          <p:cNvPr id="56" name="capture-index-2">
            <a:extLst xmlns:a="http://schemas.openxmlformats.org/drawingml/2006/main">
              <a:ext uri="{FF2B5EF4-FFF2-40B4-BE49-F238E27FC236}">
                <a16:creationId xmlns:a16="http://schemas.microsoft.com/office/drawing/2014/main" id="{675EE40C-3BF6-402E-9C10-6D5967E142F3}"/>
              </a:ext>
            </a:extLst>
          </p:cNvPr>
          <p:cNvSpPr>
            <a:spLocks xmlns:a="http://schemas.openxmlformats.org/drawingml/2006/main" noGrp="1"/>
          </p:cNvSpPr>
          <p:nvPr/>
        </p:nvSpPr>
        <p:spPr>
          <a:xfrm xmlns:a="http://schemas.openxmlformats.org/drawingml/2006/main">
            <a:off x="419100" y="4381500"/>
            <a:ext cx="3238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125" b="0">
                <a:solidFill>
                  <a:srgbClr val="858B84"/>
                </a:solidFill>
                <a:latin typeface="Courier New"/>
                <a:ea typeface="Courier New"/>
                <a:cs typeface="Courier New"/>
              </a:defRPr>
            </a:pPr>
            <a:r>
              <a:rPr sz="1125" b="0">
                <a:solidFill>
                  <a:srgbClr val="858B84"/>
                </a:solidFill>
                <a:latin typeface="Courier New"/>
                <a:ea typeface="Courier New"/>
                <a:cs typeface="Courier New"/>
              </a:rPr>
              <a:t>03</a:t>
            </a:r>
          </a:p>
        </p:txBody>
      </p:sp>
      <p:sp>
        <p:nvSpPr>
          <p:cNvPr id="57" name="capture-who-2">
            <a:extLst xmlns:a="http://schemas.openxmlformats.org/drawingml/2006/main">
              <a:ext uri="{FF2B5EF4-FFF2-40B4-BE49-F238E27FC236}">
                <a16:creationId xmlns:a16="http://schemas.microsoft.com/office/drawing/2014/main" id="{7D324636-381D-4445-A65C-24D58E7160A2}"/>
              </a:ext>
            </a:extLst>
          </p:cNvPr>
          <p:cNvSpPr>
            <a:spLocks xmlns:a="http://schemas.openxmlformats.org/drawingml/2006/main" noGrp="1"/>
          </p:cNvSpPr>
          <p:nvPr/>
        </p:nvSpPr>
        <p:spPr>
          <a:xfrm xmlns:a="http://schemas.openxmlformats.org/drawingml/2006/main">
            <a:off x="876300" y="4381500"/>
            <a:ext cx="3162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350" b="0">
                <a:solidFill>
                  <a:srgbClr val="D3D1C8"/>
                </a:solidFill>
                <a:latin typeface="Courier New"/>
                <a:ea typeface="Courier New"/>
                <a:cs typeface="Courier New"/>
              </a:defRPr>
            </a:pPr>
            <a:r>
              <a:rPr sz="1350" b="0">
                <a:solidFill>
                  <a:srgbClr val="D3D1C8"/>
                </a:solidFill>
                <a:latin typeface="Courier New"/>
                <a:ea typeface="Courier New"/>
                <a:cs typeface="Courier New"/>
              </a:rPr>
              <a:t>KERNEL WORKS · 5 UNITS</a:t>
            </a:r>
          </a:p>
        </p:txBody>
      </p:sp>
      <p:sp>
        <p:nvSpPr>
          <p:cNvPr id="58" name="capture-amount-2">
            <a:extLst xmlns:a="http://schemas.openxmlformats.org/drawingml/2006/main">
              <a:ext uri="{FF2B5EF4-FFF2-40B4-BE49-F238E27FC236}">
                <a16:creationId xmlns:a16="http://schemas.microsoft.com/office/drawing/2014/main" id="{4EC91665-0362-453C-BC76-F2E72843D99E}"/>
              </a:ext>
            </a:extLst>
          </p:cNvPr>
          <p:cNvSpPr>
            <a:spLocks xmlns:a="http://schemas.openxmlformats.org/drawingml/2006/main" noGrp="1"/>
          </p:cNvSpPr>
          <p:nvPr/>
        </p:nvSpPr>
        <p:spPr>
          <a:xfrm xmlns:a="http://schemas.openxmlformats.org/drawingml/2006/main">
            <a:off x="4324350" y="4257675"/>
            <a:ext cx="18288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2850" b="1">
                <a:solidFill>
                  <a:srgbClr val="F1EFE5"/>
                </a:solidFill>
                <a:latin typeface="Arial Black"/>
                <a:ea typeface="Arial Black"/>
                <a:cs typeface="Arial Black"/>
              </a:defRPr>
            </a:pPr>
            <a:r>
              <a:rPr sz="2850" b="1">
                <a:solidFill>
                  <a:srgbClr val="F1EFE5"/>
                </a:solidFill>
                <a:latin typeface="Arial Black"/>
                <a:ea typeface="Arial Black"/>
                <a:cs typeface="Arial Black"/>
              </a:rPr>
              <a:t>$1,945</a:t>
            </a:r>
          </a:p>
        </p:txBody>
      </p:sp>
      <p:sp>
        <p:nvSpPr>
          <p:cNvPr id="59" name="capture-scope-2">
            <a:extLst xmlns:a="http://schemas.openxmlformats.org/drawingml/2006/main">
              <a:ext uri="{FF2B5EF4-FFF2-40B4-BE49-F238E27FC236}">
                <a16:creationId xmlns:a16="http://schemas.microsoft.com/office/drawing/2014/main" id="{EB2D367F-9EF6-448A-8711-3F69889B31D6}"/>
              </a:ext>
            </a:extLst>
          </p:cNvPr>
          <p:cNvSpPr>
            <a:spLocks xmlns:a="http://schemas.openxmlformats.org/drawingml/2006/main" noGrp="1"/>
          </p:cNvSpPr>
          <p:nvPr/>
        </p:nvSpPr>
        <p:spPr>
          <a:xfrm xmlns:a="http://schemas.openxmlformats.org/drawingml/2006/main">
            <a:off x="6419850" y="4495800"/>
            <a:ext cx="2857500" cy="0"/>
          </a:xfrm>
          <a:prstGeom xmlns:a="http://schemas.openxmlformats.org/drawingml/2006/main" prst="line">
            <a:avLst/>
          </a:prstGeom>
          <a:noFill xmlns:a="http://schemas.openxmlformats.org/drawingml/2006/main"/>
          <a:ln xmlns:a="http://schemas.openxmlformats.org/drawingml/2006/main" w="19050">
            <a:solidFill>
              <a:srgbClr val="7C9920"/>
            </a:solidFill>
            <a:prstDash val="solid"/>
          </a:ln>
        </p:spPr>
      </p:sp>
      <p:sp>
        <p:nvSpPr>
          <p:cNvPr id="60" name="capture-node-2">
            <a:extLst xmlns:a="http://schemas.openxmlformats.org/drawingml/2006/main">
              <a:ext uri="{FF2B5EF4-FFF2-40B4-BE49-F238E27FC236}">
                <a16:creationId xmlns:a16="http://schemas.microsoft.com/office/drawing/2014/main" id="{9510CAE5-F786-4ACE-A370-5FB5C1449890}"/>
              </a:ext>
            </a:extLst>
          </p:cNvPr>
          <p:cNvSpPr>
            <a:spLocks xmlns:a="http://schemas.openxmlformats.org/drawingml/2006/main" noGrp="1"/>
          </p:cNvSpPr>
          <p:nvPr/>
        </p:nvSpPr>
        <p:spPr>
          <a:xfrm xmlns:a="http://schemas.openxmlformats.org/drawingml/2006/main">
            <a:off x="9191625" y="4429125"/>
            <a:ext cx="133350" cy="133350"/>
          </a:xfrm>
          <a:prstGeom xmlns:a="http://schemas.openxmlformats.org/drawingml/2006/main" prst="ellipse">
            <a:avLst/>
          </a:prstGeom>
          <a:solidFill xmlns:a="http://schemas.openxmlformats.org/drawingml/2006/main">
            <a:srgbClr val="C7F52F"/>
          </a:solidFill>
          <a:ln xmlns:a="http://schemas.openxmlformats.org/drawingml/2006/main" w="0">
            <a:noFill/>
            <a:prstDash val="solid"/>
          </a:ln>
        </p:spPr>
      </p:sp>
      <p:sp>
        <p:nvSpPr>
          <p:cNvPr id="61" name="capture-mcc-2">
            <a:extLst xmlns:a="http://schemas.openxmlformats.org/drawingml/2006/main">
              <a:ext uri="{FF2B5EF4-FFF2-40B4-BE49-F238E27FC236}">
                <a16:creationId xmlns:a16="http://schemas.microsoft.com/office/drawing/2014/main" id="{77F22303-76E9-47A8-A300-168EC8506DDC}"/>
              </a:ext>
            </a:extLst>
          </p:cNvPr>
          <p:cNvSpPr>
            <a:spLocks xmlns:a="http://schemas.openxmlformats.org/drawingml/2006/main" noGrp="1"/>
          </p:cNvSpPr>
          <p:nvPr/>
        </p:nvSpPr>
        <p:spPr>
          <a:xfrm xmlns:a="http://schemas.openxmlformats.org/drawingml/2006/main">
            <a:off x="9525000" y="4362450"/>
            <a:ext cx="1066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875" b="1">
                <a:solidFill>
                  <a:srgbClr val="C7F52F"/>
                </a:solidFill>
                <a:latin typeface="Courier New"/>
                <a:ea typeface="Courier New"/>
                <a:cs typeface="Courier New"/>
              </a:defRPr>
            </a:pPr>
            <a:r>
              <a:rPr sz="1875" b="1">
                <a:solidFill>
                  <a:srgbClr val="C7F52F"/>
                </a:solidFill>
                <a:latin typeface="Courier New"/>
                <a:ea typeface="Courier New"/>
                <a:cs typeface="Courier New"/>
              </a:rPr>
              <a:t>5732</a:t>
            </a:r>
          </a:p>
        </p:txBody>
      </p:sp>
      <p:sp>
        <p:nvSpPr>
          <p:cNvPr id="62" name="capture-scope-label-2">
            <a:extLst xmlns:a="http://schemas.openxmlformats.org/drawingml/2006/main">
              <a:ext uri="{FF2B5EF4-FFF2-40B4-BE49-F238E27FC236}">
                <a16:creationId xmlns:a16="http://schemas.microsoft.com/office/drawing/2014/main" id="{5536C4E9-03B8-49EC-8382-3DCB3BB4F9FA}"/>
              </a:ext>
            </a:extLst>
          </p:cNvPr>
          <p:cNvSpPr>
            <a:spLocks xmlns:a="http://schemas.openxmlformats.org/drawingml/2006/main" noGrp="1"/>
          </p:cNvSpPr>
          <p:nvPr/>
        </p:nvSpPr>
        <p:spPr>
          <a:xfrm xmlns:a="http://schemas.openxmlformats.org/drawingml/2006/main">
            <a:off x="10820400" y="4391025"/>
            <a:ext cx="9906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1275" b="1">
                <a:solidFill>
                  <a:srgbClr val="D3D1C8"/>
                </a:solidFill>
                <a:latin typeface="Courier New"/>
                <a:ea typeface="Courier New"/>
                <a:cs typeface="Courier New"/>
              </a:defRPr>
            </a:pPr>
            <a:r>
              <a:rPr sz="1275" b="1">
                <a:solidFill>
                  <a:srgbClr val="D3D1C8"/>
                </a:solidFill>
                <a:latin typeface="Courier New"/>
                <a:ea typeface="Courier New"/>
                <a:cs typeface="Courier New"/>
              </a:rPr>
              <a:t>SCOPED</a:t>
            </a:r>
          </a:p>
        </p:txBody>
      </p:sp>
      <p:sp>
        <p:nvSpPr>
          <p:cNvPr id="63" name="capture-rule-2">
            <a:extLst xmlns:a="http://schemas.openxmlformats.org/drawingml/2006/main">
              <a:ext uri="{FF2B5EF4-FFF2-40B4-BE49-F238E27FC236}">
                <a16:creationId xmlns:a16="http://schemas.microsoft.com/office/drawing/2014/main" id="{6A0CC27F-2D1F-4313-A8A2-9CC1793C21B8}"/>
              </a:ext>
            </a:extLst>
          </p:cNvPr>
          <p:cNvSpPr>
            <a:spLocks xmlns:a="http://schemas.openxmlformats.org/drawingml/2006/main" noGrp="1"/>
          </p:cNvSpPr>
          <p:nvPr/>
        </p:nvSpPr>
        <p:spPr>
          <a:xfrm xmlns:a="http://schemas.openxmlformats.org/drawingml/2006/main">
            <a:off x="419100" y="4895850"/>
            <a:ext cx="11391900" cy="0"/>
          </a:xfrm>
          <a:prstGeom xmlns:a="http://schemas.openxmlformats.org/drawingml/2006/main" prst="line">
            <a:avLst/>
          </a:prstGeom>
          <a:noFill xmlns:a="http://schemas.openxmlformats.org/drawingml/2006/main"/>
          <a:ln xmlns:a="http://schemas.openxmlformats.org/drawingml/2006/main" w="9525">
            <a:solidFill>
              <a:srgbClr val="252A26"/>
            </a:solidFill>
            <a:prstDash val="solid"/>
          </a:ln>
        </p:spPr>
      </p:sp>
      <p:sp>
        <p:nvSpPr>
          <p:cNvPr id="64" name="decline-strip">
            <a:extLst xmlns:a="http://schemas.openxmlformats.org/drawingml/2006/main">
              <a:ext uri="{FF2B5EF4-FFF2-40B4-BE49-F238E27FC236}">
                <a16:creationId xmlns:a16="http://schemas.microsoft.com/office/drawing/2014/main" id="{0872F7A4-6850-443F-9199-88140622DF04}"/>
              </a:ext>
            </a:extLst>
          </p:cNvPr>
          <p:cNvSpPr>
            <a:spLocks xmlns:a="http://schemas.openxmlformats.org/drawingml/2006/main" noGrp="1"/>
          </p:cNvSpPr>
          <p:nvPr/>
        </p:nvSpPr>
        <p:spPr>
          <a:xfrm xmlns:a="http://schemas.openxmlformats.org/drawingml/2006/main">
            <a:off x="419100" y="5410200"/>
            <a:ext cx="11391900" cy="552450"/>
          </a:xfrm>
          <a:prstGeom xmlns:a="http://schemas.openxmlformats.org/drawingml/2006/main" prst="rect">
            <a:avLst/>
          </a:prstGeom>
          <a:solidFill xmlns:a="http://schemas.openxmlformats.org/drawingml/2006/main">
            <a:srgbClr val="2A101A"/>
          </a:solidFill>
          <a:ln xmlns:a="http://schemas.openxmlformats.org/drawingml/2006/main" w="14288">
            <a:solidFill>
              <a:srgbClr val="FF2B79"/>
            </a:solidFill>
            <a:prstDash val="solid"/>
          </a:ln>
        </p:spPr>
      </p:sp>
      <p:sp>
        <p:nvSpPr>
          <p:cNvPr id="65" name="challenge-label">
            <a:extLst xmlns:a="http://schemas.openxmlformats.org/drawingml/2006/main">
              <a:ext uri="{FF2B5EF4-FFF2-40B4-BE49-F238E27FC236}">
                <a16:creationId xmlns:a16="http://schemas.microsoft.com/office/drawing/2014/main" id="{CBF77B5E-E45A-4CA7-99A6-8A8C41CFB4E9}"/>
              </a:ext>
            </a:extLst>
          </p:cNvPr>
          <p:cNvSpPr>
            <a:spLocks xmlns:a="http://schemas.openxmlformats.org/drawingml/2006/main" noGrp="1"/>
          </p:cNvSpPr>
          <p:nvPr/>
        </p:nvSpPr>
        <p:spPr>
          <a:xfrm xmlns:a="http://schemas.openxmlformats.org/drawingml/2006/main">
            <a:off x="609600" y="5581650"/>
            <a:ext cx="2000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200" b="1">
                <a:solidFill>
                  <a:srgbClr val="FF2B79"/>
                </a:solidFill>
                <a:latin typeface="Courier New"/>
                <a:ea typeface="Courier New"/>
                <a:cs typeface="Courier New"/>
              </a:defRPr>
            </a:pPr>
            <a:r>
              <a:rPr sz="1200" b="1">
                <a:solidFill>
                  <a:srgbClr val="FF2B79"/>
                </a:solidFill>
                <a:latin typeface="Courier New"/>
                <a:ea typeface="Courier New"/>
                <a:cs typeface="Courier New"/>
              </a:rPr>
              <a:t>POLICY CHALLENGE</a:t>
            </a:r>
          </a:p>
        </p:txBody>
      </p:sp>
      <p:sp>
        <p:nvSpPr>
          <p:cNvPr id="66" name="blocked-mcc">
            <a:extLst xmlns:a="http://schemas.openxmlformats.org/drawingml/2006/main">
              <a:ext uri="{FF2B5EF4-FFF2-40B4-BE49-F238E27FC236}">
                <a16:creationId xmlns:a16="http://schemas.microsoft.com/office/drawing/2014/main" id="{E4CCC7B7-33EF-4B43-8C7A-DE858ED4A0FE}"/>
              </a:ext>
            </a:extLst>
          </p:cNvPr>
          <p:cNvSpPr>
            <a:spLocks xmlns:a="http://schemas.openxmlformats.org/drawingml/2006/main" noGrp="1"/>
          </p:cNvSpPr>
          <p:nvPr/>
        </p:nvSpPr>
        <p:spPr>
          <a:xfrm xmlns:a="http://schemas.openxmlformats.org/drawingml/2006/main">
            <a:off x="3657600" y="5495925"/>
            <a:ext cx="1714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2100" b="1">
                <a:solidFill>
                  <a:srgbClr val="F1EFE5"/>
                </a:solidFill>
                <a:latin typeface="Arial Black"/>
                <a:ea typeface="Arial Black"/>
                <a:cs typeface="Arial Black"/>
              </a:defRPr>
            </a:pPr>
            <a:r>
              <a:rPr sz="2100" b="1">
                <a:solidFill>
                  <a:srgbClr val="F1EFE5"/>
                </a:solidFill>
                <a:latin typeface="Arial Black"/>
                <a:ea typeface="Arial Black"/>
                <a:cs typeface="Arial Black"/>
              </a:rPr>
              <a:t>MCC 7995</a:t>
            </a:r>
          </a:p>
        </p:txBody>
      </p:sp>
      <p:sp>
        <p:nvSpPr>
          <p:cNvPr id="67" name="decline-reason">
            <a:extLst xmlns:a="http://schemas.openxmlformats.org/drawingml/2006/main">
              <a:ext uri="{FF2B5EF4-FFF2-40B4-BE49-F238E27FC236}">
                <a16:creationId xmlns:a16="http://schemas.microsoft.com/office/drawing/2014/main" id="{774CA66B-91C5-486F-8DCB-587969249E99}"/>
              </a:ext>
            </a:extLst>
          </p:cNvPr>
          <p:cNvSpPr>
            <a:spLocks xmlns:a="http://schemas.openxmlformats.org/drawingml/2006/main" noGrp="1"/>
          </p:cNvSpPr>
          <p:nvPr/>
        </p:nvSpPr>
        <p:spPr>
          <a:xfrm xmlns:a="http://schemas.openxmlformats.org/drawingml/2006/main">
            <a:off x="5676900" y="5514975"/>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0000"/>
              </a:lnSpc>
              <a:buNone/>
              <a:defRPr sz="900" b="1">
                <a:solidFill>
                  <a:srgbClr val="FF2B79"/>
                </a:solidFill>
                <a:latin typeface="Courier New"/>
                <a:ea typeface="Courier New"/>
                <a:cs typeface="Courier New"/>
              </a:defRPr>
            </a:pPr>
            <a:r>
              <a:rPr sz="900" b="1">
                <a:solidFill>
                  <a:srgbClr val="FF2B79"/>
                </a:solidFill>
                <a:latin typeface="Courier New"/>
                <a:ea typeface="Courier New"/>
                <a:cs typeface="Courier New"/>
              </a:rPr>
              <a:t>scoped_card_mcc_not_allowed</a:t>
            </a:r>
          </a:p>
        </p:txBody>
      </p:sp>
      <p:sp>
        <p:nvSpPr>
          <p:cNvPr id="68" name="decline-result">
            <a:extLst xmlns:a="http://schemas.openxmlformats.org/drawingml/2006/main">
              <a:ext uri="{FF2B5EF4-FFF2-40B4-BE49-F238E27FC236}">
                <a16:creationId xmlns:a16="http://schemas.microsoft.com/office/drawing/2014/main" id="{6240D89D-C9E3-47A0-BB9B-80D6DBECF6C6}"/>
              </a:ext>
            </a:extLst>
          </p:cNvPr>
          <p:cNvSpPr>
            <a:spLocks xmlns:a="http://schemas.openxmlformats.org/drawingml/2006/main" noGrp="1"/>
          </p:cNvSpPr>
          <p:nvPr/>
        </p:nvSpPr>
        <p:spPr>
          <a:xfrm xmlns:a="http://schemas.openxmlformats.org/drawingml/2006/main">
            <a:off x="9620250" y="5495925"/>
            <a:ext cx="19621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2025" b="1">
                <a:solidFill>
                  <a:srgbClr val="FF2B79"/>
                </a:solidFill>
                <a:latin typeface="Arial Black"/>
                <a:ea typeface="Arial Black"/>
                <a:cs typeface="Arial Black"/>
              </a:defRPr>
            </a:pPr>
            <a:r>
              <a:rPr sz="2025" b="1">
                <a:solidFill>
                  <a:srgbClr val="FF2B79"/>
                </a:solidFill>
                <a:latin typeface="Arial Black"/>
                <a:ea typeface="Arial Black"/>
                <a:cs typeface="Arial Black"/>
              </a:rPr>
              <a:t>DECLINED</a:t>
            </a:r>
          </a:p>
        </p:txBody>
      </p:sp>
      <p:sp>
        <p:nvSpPr>
          <p:cNvPr id="69" name="decline-arrow-shaft">
            <a:extLst xmlns:a="http://schemas.openxmlformats.org/drawingml/2006/main">
              <a:ext uri="{FF2B5EF4-FFF2-40B4-BE49-F238E27FC236}">
                <a16:creationId xmlns:a16="http://schemas.microsoft.com/office/drawing/2014/main" id="{351603C2-5075-4583-AA88-F8F5EEDA6982}"/>
              </a:ext>
            </a:extLst>
          </p:cNvPr>
          <p:cNvSpPr>
            <a:spLocks xmlns:a="http://schemas.openxmlformats.org/drawingml/2006/main" noGrp="1"/>
          </p:cNvSpPr>
          <p:nvPr/>
        </p:nvSpPr>
        <p:spPr>
          <a:xfrm xmlns:a="http://schemas.openxmlformats.org/drawingml/2006/main">
            <a:off x="5943600" y="5800725"/>
            <a:ext cx="2686050" cy="28575"/>
          </a:xfrm>
          <a:prstGeom xmlns:a="http://schemas.openxmlformats.org/drawingml/2006/main" prst="rect">
            <a:avLst/>
          </a:prstGeom>
          <a:solidFill xmlns:a="http://schemas.openxmlformats.org/drawingml/2006/main">
            <a:srgbClr val="FF2B79"/>
          </a:solidFill>
          <a:ln xmlns:a="http://schemas.openxmlformats.org/drawingml/2006/main" w="0">
            <a:noFill/>
            <a:prstDash val="solid"/>
          </a:ln>
        </p:spPr>
      </p:sp>
      <p:sp>
        <p:nvSpPr>
          <p:cNvPr id="70" name="decline-arrow-head">
            <a:extLst xmlns:a="http://schemas.openxmlformats.org/drawingml/2006/main">
              <a:ext uri="{FF2B5EF4-FFF2-40B4-BE49-F238E27FC236}">
                <a16:creationId xmlns:a16="http://schemas.microsoft.com/office/drawing/2014/main" id="{FD899870-FBC7-49F1-9040-84946C687DC8}"/>
              </a:ext>
            </a:extLst>
          </p:cNvPr>
          <p:cNvSpPr>
            <a:spLocks xmlns:a="http://schemas.openxmlformats.org/drawingml/2006/main" noGrp="1"/>
          </p:cNvSpPr>
          <p:nvPr/>
        </p:nvSpPr>
        <p:spPr>
          <a:xfrm xmlns:a="http://schemas.openxmlformats.org/drawingml/2006/main">
            <a:off x="8591550" y="5724525"/>
            <a:ext cx="209550" cy="180975"/>
          </a:xfrm>
          <a:prstGeom xmlns:a="http://schemas.openxmlformats.org/drawingml/2006/main" prst="rightArrow">
            <a:avLst/>
          </a:prstGeom>
          <a:solidFill xmlns:a="http://schemas.openxmlformats.org/drawingml/2006/main">
            <a:srgbClr val="FF2B79"/>
          </a:solidFill>
          <a:ln xmlns:a="http://schemas.openxmlformats.org/drawingml/2006/main" w="0">
            <a:noFill/>
            <a:prstDash val="solid"/>
          </a:ln>
        </p:spPr>
      </p:sp>
    </p:spTree>
    <p:extLst>
      <p:ext uri="{BB962C8B-B14F-4D97-AF65-F5344CB8AC3E}">
        <p14:creationId xmlns:p14="http://schemas.microsoft.com/office/powerpoint/2010/main" val="2074783947"/>
      </p:ext>
    </p:extLst>
  </p:cSld>
</p:sld>
</file>

<file path=ppt/slides/slide6.xml><?xml version="1.0" encoding="utf-8"?>
<p:sld xmlns:p="http://schemas.openxmlformats.org/presentationml/2006/main">
  <p:cSld>
    <p:bg>
      <p:bgPr>
        <a:solidFill xmlns:a="http://schemas.openxmlformats.org/drawingml/2006/main">
          <a:srgbClr val="080A09"/>
        </a:solidFill>
      </p:bgPr>
    </p:bg>
    <p:spTree>
      <p:nvGrpSpPr>
        <p:cNvPr id="1" name=""/>
        <p:cNvGrpSpPr/>
        <p:nvPr/>
      </p:nvGrpSpPr>
      <p:grpSpPr>
        <a:xfrm xmlns:a="http://schemas.openxmlformats.org/drawingml/2006/main"/>
      </p:grpSpPr>
      <p:sp>
        <p:nvSpPr>
          <p:cNvPr id="67" name="grid-v-40">
            <a:extLst xmlns:a="http://schemas.openxmlformats.org/drawingml/2006/main">
              <a:ext uri="{FF2B5EF4-FFF2-40B4-BE49-F238E27FC236}">
                <a16:creationId xmlns:a16="http://schemas.microsoft.com/office/drawing/2014/main" id="{10F2A29C-001E-4BA5-AF02-8FC0967FF1B3}"/>
              </a:ext>
            </a:extLst>
          </p:cNvPr>
          <p:cNvSpPr>
            <a:spLocks xmlns:a="http://schemas.openxmlformats.org/drawingml/2006/main" noGrp="1"/>
          </p:cNvSpPr>
          <p:nvPr/>
        </p:nvSpPr>
        <p:spPr>
          <a:xfrm xmlns:a="http://schemas.openxmlformats.org/drawingml/2006/main">
            <a:off x="3810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 name="grid-v-104">
            <a:extLst xmlns:a="http://schemas.openxmlformats.org/drawingml/2006/main">
              <a:ext uri="{FF2B5EF4-FFF2-40B4-BE49-F238E27FC236}">
                <a16:creationId xmlns:a16="http://schemas.microsoft.com/office/drawing/2014/main" id="{803A2DAF-FBE4-4F8D-BE6F-451EA4B845FF}"/>
              </a:ext>
            </a:extLst>
          </p:cNvPr>
          <p:cNvSpPr>
            <a:spLocks xmlns:a="http://schemas.openxmlformats.org/drawingml/2006/main" noGrp="1"/>
          </p:cNvSpPr>
          <p:nvPr/>
        </p:nvSpPr>
        <p:spPr>
          <a:xfrm xmlns:a="http://schemas.openxmlformats.org/drawingml/2006/main">
            <a:off x="9906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3" name="grid-v-168">
            <a:extLst xmlns:a="http://schemas.openxmlformats.org/drawingml/2006/main">
              <a:ext uri="{FF2B5EF4-FFF2-40B4-BE49-F238E27FC236}">
                <a16:creationId xmlns:a16="http://schemas.microsoft.com/office/drawing/2014/main" id="{C2CD632E-A555-4DF0-857E-78EC8DC287D2}"/>
              </a:ext>
            </a:extLst>
          </p:cNvPr>
          <p:cNvSpPr>
            <a:spLocks xmlns:a="http://schemas.openxmlformats.org/drawingml/2006/main" noGrp="1"/>
          </p:cNvSpPr>
          <p:nvPr/>
        </p:nvSpPr>
        <p:spPr>
          <a:xfrm xmlns:a="http://schemas.openxmlformats.org/drawingml/2006/main">
            <a:off x="16002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4" name="grid-v-232">
            <a:extLst xmlns:a="http://schemas.openxmlformats.org/drawingml/2006/main">
              <a:ext uri="{FF2B5EF4-FFF2-40B4-BE49-F238E27FC236}">
                <a16:creationId xmlns:a16="http://schemas.microsoft.com/office/drawing/2014/main" id="{05D95FED-7619-4B85-B322-38637323B547}"/>
              </a:ext>
            </a:extLst>
          </p:cNvPr>
          <p:cNvSpPr>
            <a:spLocks xmlns:a="http://schemas.openxmlformats.org/drawingml/2006/main" noGrp="1"/>
          </p:cNvSpPr>
          <p:nvPr/>
        </p:nvSpPr>
        <p:spPr>
          <a:xfrm xmlns:a="http://schemas.openxmlformats.org/drawingml/2006/main">
            <a:off x="22098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5" name="grid-v-296">
            <a:extLst xmlns:a="http://schemas.openxmlformats.org/drawingml/2006/main">
              <a:ext uri="{FF2B5EF4-FFF2-40B4-BE49-F238E27FC236}">
                <a16:creationId xmlns:a16="http://schemas.microsoft.com/office/drawing/2014/main" id="{08E9AD59-F7D3-4918-BCC2-9AF04B15FE5D}"/>
              </a:ext>
            </a:extLst>
          </p:cNvPr>
          <p:cNvSpPr>
            <a:spLocks xmlns:a="http://schemas.openxmlformats.org/drawingml/2006/main" noGrp="1"/>
          </p:cNvSpPr>
          <p:nvPr/>
        </p:nvSpPr>
        <p:spPr>
          <a:xfrm xmlns:a="http://schemas.openxmlformats.org/drawingml/2006/main">
            <a:off x="28194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6" name="grid-v-360">
            <a:extLst xmlns:a="http://schemas.openxmlformats.org/drawingml/2006/main">
              <a:ext uri="{FF2B5EF4-FFF2-40B4-BE49-F238E27FC236}">
                <a16:creationId xmlns:a16="http://schemas.microsoft.com/office/drawing/2014/main" id="{82D78B3C-0B43-4959-8B07-EA0BD5A91FF3}"/>
              </a:ext>
            </a:extLst>
          </p:cNvPr>
          <p:cNvSpPr>
            <a:spLocks xmlns:a="http://schemas.openxmlformats.org/drawingml/2006/main" noGrp="1"/>
          </p:cNvSpPr>
          <p:nvPr/>
        </p:nvSpPr>
        <p:spPr>
          <a:xfrm xmlns:a="http://schemas.openxmlformats.org/drawingml/2006/main">
            <a:off x="34290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7" name="grid-v-424">
            <a:extLst xmlns:a="http://schemas.openxmlformats.org/drawingml/2006/main">
              <a:ext uri="{FF2B5EF4-FFF2-40B4-BE49-F238E27FC236}">
                <a16:creationId xmlns:a16="http://schemas.microsoft.com/office/drawing/2014/main" id="{61849BBB-3C46-40CB-94E3-9B8629FE85D9}"/>
              </a:ext>
            </a:extLst>
          </p:cNvPr>
          <p:cNvSpPr>
            <a:spLocks xmlns:a="http://schemas.openxmlformats.org/drawingml/2006/main" noGrp="1"/>
          </p:cNvSpPr>
          <p:nvPr/>
        </p:nvSpPr>
        <p:spPr>
          <a:xfrm xmlns:a="http://schemas.openxmlformats.org/drawingml/2006/main">
            <a:off x="40386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8" name="grid-v-488">
            <a:extLst xmlns:a="http://schemas.openxmlformats.org/drawingml/2006/main">
              <a:ext uri="{FF2B5EF4-FFF2-40B4-BE49-F238E27FC236}">
                <a16:creationId xmlns:a16="http://schemas.microsoft.com/office/drawing/2014/main" id="{1E73F61C-A701-4988-8242-3952F8F66431}"/>
              </a:ext>
            </a:extLst>
          </p:cNvPr>
          <p:cNvSpPr>
            <a:spLocks xmlns:a="http://schemas.openxmlformats.org/drawingml/2006/main" noGrp="1"/>
          </p:cNvSpPr>
          <p:nvPr/>
        </p:nvSpPr>
        <p:spPr>
          <a:xfrm xmlns:a="http://schemas.openxmlformats.org/drawingml/2006/main">
            <a:off x="46482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9" name="grid-v-552">
            <a:extLst xmlns:a="http://schemas.openxmlformats.org/drawingml/2006/main">
              <a:ext uri="{FF2B5EF4-FFF2-40B4-BE49-F238E27FC236}">
                <a16:creationId xmlns:a16="http://schemas.microsoft.com/office/drawing/2014/main" id="{004A3999-BD4E-4758-9375-B84432C87C28}"/>
              </a:ext>
            </a:extLst>
          </p:cNvPr>
          <p:cNvSpPr>
            <a:spLocks xmlns:a="http://schemas.openxmlformats.org/drawingml/2006/main" noGrp="1"/>
          </p:cNvSpPr>
          <p:nvPr/>
        </p:nvSpPr>
        <p:spPr>
          <a:xfrm xmlns:a="http://schemas.openxmlformats.org/drawingml/2006/main">
            <a:off x="52578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0" name="grid-v-616">
            <a:extLst xmlns:a="http://schemas.openxmlformats.org/drawingml/2006/main">
              <a:ext uri="{FF2B5EF4-FFF2-40B4-BE49-F238E27FC236}">
                <a16:creationId xmlns:a16="http://schemas.microsoft.com/office/drawing/2014/main" id="{8D8DDF6D-F8D2-4F67-9D42-17AB17885E11}"/>
              </a:ext>
            </a:extLst>
          </p:cNvPr>
          <p:cNvSpPr>
            <a:spLocks xmlns:a="http://schemas.openxmlformats.org/drawingml/2006/main" noGrp="1"/>
          </p:cNvSpPr>
          <p:nvPr/>
        </p:nvSpPr>
        <p:spPr>
          <a:xfrm xmlns:a="http://schemas.openxmlformats.org/drawingml/2006/main">
            <a:off x="58674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1" name="grid-v-680">
            <a:extLst xmlns:a="http://schemas.openxmlformats.org/drawingml/2006/main">
              <a:ext uri="{FF2B5EF4-FFF2-40B4-BE49-F238E27FC236}">
                <a16:creationId xmlns:a16="http://schemas.microsoft.com/office/drawing/2014/main" id="{1AF7FD58-11A0-42BA-9F23-DB5471900D9F}"/>
              </a:ext>
            </a:extLst>
          </p:cNvPr>
          <p:cNvSpPr>
            <a:spLocks xmlns:a="http://schemas.openxmlformats.org/drawingml/2006/main" noGrp="1"/>
          </p:cNvSpPr>
          <p:nvPr/>
        </p:nvSpPr>
        <p:spPr>
          <a:xfrm xmlns:a="http://schemas.openxmlformats.org/drawingml/2006/main">
            <a:off x="64770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2" name="grid-v-744">
            <a:extLst xmlns:a="http://schemas.openxmlformats.org/drawingml/2006/main">
              <a:ext uri="{FF2B5EF4-FFF2-40B4-BE49-F238E27FC236}">
                <a16:creationId xmlns:a16="http://schemas.microsoft.com/office/drawing/2014/main" id="{CD9F0EC4-F887-473A-B108-4712FFD5E974}"/>
              </a:ext>
            </a:extLst>
          </p:cNvPr>
          <p:cNvSpPr>
            <a:spLocks xmlns:a="http://schemas.openxmlformats.org/drawingml/2006/main" noGrp="1"/>
          </p:cNvSpPr>
          <p:nvPr/>
        </p:nvSpPr>
        <p:spPr>
          <a:xfrm xmlns:a="http://schemas.openxmlformats.org/drawingml/2006/main">
            <a:off x="70866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3" name="grid-v-808">
            <a:extLst xmlns:a="http://schemas.openxmlformats.org/drawingml/2006/main">
              <a:ext uri="{FF2B5EF4-FFF2-40B4-BE49-F238E27FC236}">
                <a16:creationId xmlns:a16="http://schemas.microsoft.com/office/drawing/2014/main" id="{EFC0F841-9859-4E5E-9C5C-028F2F630431}"/>
              </a:ext>
            </a:extLst>
          </p:cNvPr>
          <p:cNvSpPr>
            <a:spLocks xmlns:a="http://schemas.openxmlformats.org/drawingml/2006/main" noGrp="1"/>
          </p:cNvSpPr>
          <p:nvPr/>
        </p:nvSpPr>
        <p:spPr>
          <a:xfrm xmlns:a="http://schemas.openxmlformats.org/drawingml/2006/main">
            <a:off x="76962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4" name="grid-v-872">
            <a:extLst xmlns:a="http://schemas.openxmlformats.org/drawingml/2006/main">
              <a:ext uri="{FF2B5EF4-FFF2-40B4-BE49-F238E27FC236}">
                <a16:creationId xmlns:a16="http://schemas.microsoft.com/office/drawing/2014/main" id="{19B88D7A-1B8C-4C25-BD3E-8CB5DC596675}"/>
              </a:ext>
            </a:extLst>
          </p:cNvPr>
          <p:cNvSpPr>
            <a:spLocks xmlns:a="http://schemas.openxmlformats.org/drawingml/2006/main" noGrp="1"/>
          </p:cNvSpPr>
          <p:nvPr/>
        </p:nvSpPr>
        <p:spPr>
          <a:xfrm xmlns:a="http://schemas.openxmlformats.org/drawingml/2006/main">
            <a:off x="83058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5" name="grid-v-936">
            <a:extLst xmlns:a="http://schemas.openxmlformats.org/drawingml/2006/main">
              <a:ext uri="{FF2B5EF4-FFF2-40B4-BE49-F238E27FC236}">
                <a16:creationId xmlns:a16="http://schemas.microsoft.com/office/drawing/2014/main" id="{F5072DBA-97CB-49D8-8769-00A7253A7CDB}"/>
              </a:ext>
            </a:extLst>
          </p:cNvPr>
          <p:cNvSpPr>
            <a:spLocks xmlns:a="http://schemas.openxmlformats.org/drawingml/2006/main" noGrp="1"/>
          </p:cNvSpPr>
          <p:nvPr/>
        </p:nvSpPr>
        <p:spPr>
          <a:xfrm xmlns:a="http://schemas.openxmlformats.org/drawingml/2006/main">
            <a:off x="89154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6" name="grid-v-1000">
            <a:extLst xmlns:a="http://schemas.openxmlformats.org/drawingml/2006/main">
              <a:ext uri="{FF2B5EF4-FFF2-40B4-BE49-F238E27FC236}">
                <a16:creationId xmlns:a16="http://schemas.microsoft.com/office/drawing/2014/main" id="{3B3CBA8A-CD77-44CA-8B9A-7CFA8C441EB7}"/>
              </a:ext>
            </a:extLst>
          </p:cNvPr>
          <p:cNvSpPr>
            <a:spLocks xmlns:a="http://schemas.openxmlformats.org/drawingml/2006/main" noGrp="1"/>
          </p:cNvSpPr>
          <p:nvPr/>
        </p:nvSpPr>
        <p:spPr>
          <a:xfrm xmlns:a="http://schemas.openxmlformats.org/drawingml/2006/main">
            <a:off x="95250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7" name="grid-v-1064">
            <a:extLst xmlns:a="http://schemas.openxmlformats.org/drawingml/2006/main">
              <a:ext uri="{FF2B5EF4-FFF2-40B4-BE49-F238E27FC236}">
                <a16:creationId xmlns:a16="http://schemas.microsoft.com/office/drawing/2014/main" id="{7CD85197-5183-4BE5-9CCC-010F60A9963A}"/>
              </a:ext>
            </a:extLst>
          </p:cNvPr>
          <p:cNvSpPr>
            <a:spLocks xmlns:a="http://schemas.openxmlformats.org/drawingml/2006/main" noGrp="1"/>
          </p:cNvSpPr>
          <p:nvPr/>
        </p:nvSpPr>
        <p:spPr>
          <a:xfrm xmlns:a="http://schemas.openxmlformats.org/drawingml/2006/main">
            <a:off x="101346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8" name="grid-v-1128">
            <a:extLst xmlns:a="http://schemas.openxmlformats.org/drawingml/2006/main">
              <a:ext uri="{FF2B5EF4-FFF2-40B4-BE49-F238E27FC236}">
                <a16:creationId xmlns:a16="http://schemas.microsoft.com/office/drawing/2014/main" id="{28EA5546-0520-45A8-A748-41316597945B}"/>
              </a:ext>
            </a:extLst>
          </p:cNvPr>
          <p:cNvSpPr>
            <a:spLocks xmlns:a="http://schemas.openxmlformats.org/drawingml/2006/main" noGrp="1"/>
          </p:cNvSpPr>
          <p:nvPr/>
        </p:nvSpPr>
        <p:spPr>
          <a:xfrm xmlns:a="http://schemas.openxmlformats.org/drawingml/2006/main">
            <a:off x="107442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9" name="grid-v-1192">
            <a:extLst xmlns:a="http://schemas.openxmlformats.org/drawingml/2006/main">
              <a:ext uri="{FF2B5EF4-FFF2-40B4-BE49-F238E27FC236}">
                <a16:creationId xmlns:a16="http://schemas.microsoft.com/office/drawing/2014/main" id="{3CF34211-9E0C-4B1B-AE45-1B34C1B03329}"/>
              </a:ext>
            </a:extLst>
          </p:cNvPr>
          <p:cNvSpPr>
            <a:spLocks xmlns:a="http://schemas.openxmlformats.org/drawingml/2006/main" noGrp="1"/>
          </p:cNvSpPr>
          <p:nvPr/>
        </p:nvSpPr>
        <p:spPr>
          <a:xfrm xmlns:a="http://schemas.openxmlformats.org/drawingml/2006/main">
            <a:off x="113538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0" name="grid-h-112">
            <a:extLst xmlns:a="http://schemas.openxmlformats.org/drawingml/2006/main">
              <a:ext uri="{FF2B5EF4-FFF2-40B4-BE49-F238E27FC236}">
                <a16:creationId xmlns:a16="http://schemas.microsoft.com/office/drawing/2014/main" id="{E5D9D76D-66A7-4BD4-9436-ED4E7BAADF3C}"/>
              </a:ext>
            </a:extLst>
          </p:cNvPr>
          <p:cNvSpPr>
            <a:spLocks xmlns:a="http://schemas.openxmlformats.org/drawingml/2006/main" noGrp="1"/>
          </p:cNvSpPr>
          <p:nvPr/>
        </p:nvSpPr>
        <p:spPr>
          <a:xfrm xmlns:a="http://schemas.openxmlformats.org/drawingml/2006/main">
            <a:off x="381000" y="10668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1" name="grid-h-176">
            <a:extLst xmlns:a="http://schemas.openxmlformats.org/drawingml/2006/main">
              <a:ext uri="{FF2B5EF4-FFF2-40B4-BE49-F238E27FC236}">
                <a16:creationId xmlns:a16="http://schemas.microsoft.com/office/drawing/2014/main" id="{9BF41BC0-8FF8-4EC1-B90D-B23C9E24B9FF}"/>
              </a:ext>
            </a:extLst>
          </p:cNvPr>
          <p:cNvSpPr>
            <a:spLocks xmlns:a="http://schemas.openxmlformats.org/drawingml/2006/main" noGrp="1"/>
          </p:cNvSpPr>
          <p:nvPr/>
        </p:nvSpPr>
        <p:spPr>
          <a:xfrm xmlns:a="http://schemas.openxmlformats.org/drawingml/2006/main">
            <a:off x="381000" y="16764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2" name="grid-h-240">
            <a:extLst xmlns:a="http://schemas.openxmlformats.org/drawingml/2006/main">
              <a:ext uri="{FF2B5EF4-FFF2-40B4-BE49-F238E27FC236}">
                <a16:creationId xmlns:a16="http://schemas.microsoft.com/office/drawing/2014/main" id="{D7D3AFC6-7D06-4F25-8BD4-D3B2BD8FDE31}"/>
              </a:ext>
            </a:extLst>
          </p:cNvPr>
          <p:cNvSpPr>
            <a:spLocks xmlns:a="http://schemas.openxmlformats.org/drawingml/2006/main" noGrp="1"/>
          </p:cNvSpPr>
          <p:nvPr/>
        </p:nvSpPr>
        <p:spPr>
          <a:xfrm xmlns:a="http://schemas.openxmlformats.org/drawingml/2006/main">
            <a:off x="381000" y="22860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3" name="grid-h-304">
            <a:extLst xmlns:a="http://schemas.openxmlformats.org/drawingml/2006/main">
              <a:ext uri="{FF2B5EF4-FFF2-40B4-BE49-F238E27FC236}">
                <a16:creationId xmlns:a16="http://schemas.microsoft.com/office/drawing/2014/main" id="{25556949-281E-4A7D-9C23-5BF1B011DDA3}"/>
              </a:ext>
            </a:extLst>
          </p:cNvPr>
          <p:cNvSpPr>
            <a:spLocks xmlns:a="http://schemas.openxmlformats.org/drawingml/2006/main" noGrp="1"/>
          </p:cNvSpPr>
          <p:nvPr/>
        </p:nvSpPr>
        <p:spPr>
          <a:xfrm xmlns:a="http://schemas.openxmlformats.org/drawingml/2006/main">
            <a:off x="381000" y="28956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4" name="grid-h-368">
            <a:extLst xmlns:a="http://schemas.openxmlformats.org/drawingml/2006/main">
              <a:ext uri="{FF2B5EF4-FFF2-40B4-BE49-F238E27FC236}">
                <a16:creationId xmlns:a16="http://schemas.microsoft.com/office/drawing/2014/main" id="{3D29E2EA-F63E-4E10-A3FA-594701EE0821}"/>
              </a:ext>
            </a:extLst>
          </p:cNvPr>
          <p:cNvSpPr>
            <a:spLocks xmlns:a="http://schemas.openxmlformats.org/drawingml/2006/main" noGrp="1"/>
          </p:cNvSpPr>
          <p:nvPr/>
        </p:nvSpPr>
        <p:spPr>
          <a:xfrm xmlns:a="http://schemas.openxmlformats.org/drawingml/2006/main">
            <a:off x="381000" y="35052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5" name="grid-h-432">
            <a:extLst xmlns:a="http://schemas.openxmlformats.org/drawingml/2006/main">
              <a:ext uri="{FF2B5EF4-FFF2-40B4-BE49-F238E27FC236}">
                <a16:creationId xmlns:a16="http://schemas.microsoft.com/office/drawing/2014/main" id="{D424C929-6455-42AB-B399-373083985E15}"/>
              </a:ext>
            </a:extLst>
          </p:cNvPr>
          <p:cNvSpPr>
            <a:spLocks xmlns:a="http://schemas.openxmlformats.org/drawingml/2006/main" noGrp="1"/>
          </p:cNvSpPr>
          <p:nvPr/>
        </p:nvSpPr>
        <p:spPr>
          <a:xfrm xmlns:a="http://schemas.openxmlformats.org/drawingml/2006/main">
            <a:off x="381000" y="41148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6" name="grid-h-496">
            <a:extLst xmlns:a="http://schemas.openxmlformats.org/drawingml/2006/main">
              <a:ext uri="{FF2B5EF4-FFF2-40B4-BE49-F238E27FC236}">
                <a16:creationId xmlns:a16="http://schemas.microsoft.com/office/drawing/2014/main" id="{52F35317-4A4C-4EA9-8CF3-EAE22E380C1D}"/>
              </a:ext>
            </a:extLst>
          </p:cNvPr>
          <p:cNvSpPr>
            <a:spLocks xmlns:a="http://schemas.openxmlformats.org/drawingml/2006/main" noGrp="1"/>
          </p:cNvSpPr>
          <p:nvPr/>
        </p:nvSpPr>
        <p:spPr>
          <a:xfrm xmlns:a="http://schemas.openxmlformats.org/drawingml/2006/main">
            <a:off x="381000" y="47244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7" name="grid-h-560">
            <a:extLst xmlns:a="http://schemas.openxmlformats.org/drawingml/2006/main">
              <a:ext uri="{FF2B5EF4-FFF2-40B4-BE49-F238E27FC236}">
                <a16:creationId xmlns:a16="http://schemas.microsoft.com/office/drawing/2014/main" id="{3ED106FF-359A-490C-AFA8-338D2F7BB1AF}"/>
              </a:ext>
            </a:extLst>
          </p:cNvPr>
          <p:cNvSpPr>
            <a:spLocks xmlns:a="http://schemas.openxmlformats.org/drawingml/2006/main" noGrp="1"/>
          </p:cNvSpPr>
          <p:nvPr/>
        </p:nvSpPr>
        <p:spPr>
          <a:xfrm xmlns:a="http://schemas.openxmlformats.org/drawingml/2006/main">
            <a:off x="381000" y="53340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8" name="grid-h-624">
            <a:extLst xmlns:a="http://schemas.openxmlformats.org/drawingml/2006/main">
              <a:ext uri="{FF2B5EF4-FFF2-40B4-BE49-F238E27FC236}">
                <a16:creationId xmlns:a16="http://schemas.microsoft.com/office/drawing/2014/main" id="{AAE9DA4E-1252-4CDD-8ED5-FBB8C793ADA4}"/>
              </a:ext>
            </a:extLst>
          </p:cNvPr>
          <p:cNvSpPr>
            <a:spLocks xmlns:a="http://schemas.openxmlformats.org/drawingml/2006/main" noGrp="1"/>
          </p:cNvSpPr>
          <p:nvPr/>
        </p:nvSpPr>
        <p:spPr>
          <a:xfrm xmlns:a="http://schemas.openxmlformats.org/drawingml/2006/main">
            <a:off x="381000" y="59436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9" name="top-rule">
            <a:extLst xmlns:a="http://schemas.openxmlformats.org/drawingml/2006/main">
              <a:ext uri="{FF2B5EF4-FFF2-40B4-BE49-F238E27FC236}">
                <a16:creationId xmlns:a16="http://schemas.microsoft.com/office/drawing/2014/main" id="{CE5D94C2-25ED-4314-9447-BB97EDD181F1}"/>
              </a:ext>
            </a:extLst>
          </p:cNvPr>
          <p:cNvSpPr>
            <a:spLocks xmlns:a="http://schemas.openxmlformats.org/drawingml/2006/main" noGrp="1"/>
          </p:cNvSpPr>
          <p:nvPr/>
        </p:nvSpPr>
        <p:spPr>
          <a:xfrm xmlns:a="http://schemas.openxmlformats.org/drawingml/2006/main">
            <a:off x="381000" y="876300"/>
            <a:ext cx="11430000" cy="0"/>
          </a:xfrm>
          <a:prstGeom xmlns:a="http://schemas.openxmlformats.org/drawingml/2006/main" prst="line">
            <a:avLst/>
          </a:prstGeom>
          <a:noFill xmlns:a="http://schemas.openxmlformats.org/drawingml/2006/main"/>
          <a:ln xmlns:a="http://schemas.openxmlformats.org/drawingml/2006/main" w="11430">
            <a:solidFill>
              <a:srgbClr val="252A26"/>
            </a:solidFill>
            <a:prstDash val="solid"/>
          </a:ln>
        </p:spPr>
      </p:sp>
      <p:sp>
        <p:nvSpPr>
          <p:cNvPr id="30" name="wordmark">
            <a:extLst xmlns:a="http://schemas.openxmlformats.org/drawingml/2006/main">
              <a:ext uri="{FF2B5EF4-FFF2-40B4-BE49-F238E27FC236}">
                <a16:creationId xmlns:a16="http://schemas.microsoft.com/office/drawing/2014/main" id="{71CFD499-BB87-4F78-90D4-9F24F539F647}"/>
              </a:ext>
            </a:extLst>
          </p:cNvPr>
          <p:cNvSpPr>
            <a:spLocks xmlns:a="http://schemas.openxmlformats.org/drawingml/2006/main" noGrp="1"/>
          </p:cNvSpPr>
          <p:nvPr/>
        </p:nvSpPr>
        <p:spPr>
          <a:xfrm xmlns:a="http://schemas.openxmlformats.org/drawingml/2006/main">
            <a:off x="381000" y="228600"/>
            <a:ext cx="1714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2550" b="1">
                <a:solidFill>
                  <a:srgbClr val="F1EFE5"/>
                </a:solidFill>
                <a:latin typeface="Arial Black"/>
                <a:ea typeface="Arial Black"/>
                <a:cs typeface="Arial Black"/>
              </a:defRPr>
            </a:pPr>
            <a:r>
              <a:rPr sz="2550" b="1">
                <a:solidFill>
                  <a:srgbClr val="F1EFE5"/>
                </a:solidFill>
                <a:latin typeface="Arial Black"/>
                <a:ea typeface="Arial Black"/>
                <a:cs typeface="Arial Black"/>
              </a:rPr>
              <a:t>POOL</a:t>
            </a:r>
          </a:p>
        </p:txBody>
      </p:sp>
      <p:sp>
        <p:nvSpPr>
          <p:cNvPr id="31" name="environment-label">
            <a:extLst xmlns:a="http://schemas.openxmlformats.org/drawingml/2006/main">
              <a:ext uri="{FF2B5EF4-FFF2-40B4-BE49-F238E27FC236}">
                <a16:creationId xmlns:a16="http://schemas.microsoft.com/office/drawing/2014/main" id="{C1F32514-CBD6-45A1-89E3-DAFE8D90A34C}"/>
              </a:ext>
            </a:extLst>
          </p:cNvPr>
          <p:cNvSpPr>
            <a:spLocks xmlns:a="http://schemas.openxmlformats.org/drawingml/2006/main" noGrp="1"/>
          </p:cNvSpPr>
          <p:nvPr/>
        </p:nvSpPr>
        <p:spPr>
          <a:xfrm xmlns:a="http://schemas.openxmlformats.org/drawingml/2006/main">
            <a:off x="4705350" y="352425"/>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0000"/>
              </a:lnSpc>
              <a:buNone/>
              <a:defRPr sz="1050" b="0">
                <a:solidFill>
                  <a:srgbClr val="858B84"/>
                </a:solidFill>
                <a:latin typeface="Courier New"/>
                <a:ea typeface="Courier New"/>
                <a:cs typeface="Courier New"/>
              </a:defRPr>
            </a:pPr>
            <a:r>
              <a:rPr sz="1050" b="0">
                <a:solidFill>
                  <a:srgbClr val="858B84"/>
                </a:solidFill>
                <a:latin typeface="Courier New"/>
                <a:ea typeface="Courier New"/>
                <a:cs typeface="Courier New"/>
              </a:rPr>
              <a:t>THE MARKET OUTCOME</a:t>
            </a:r>
          </a:p>
        </p:txBody>
      </p:sp>
      <p:sp>
        <p:nvSpPr>
          <p:cNvPr id="32" name="slide-index">
            <a:extLst xmlns:a="http://schemas.openxmlformats.org/drawingml/2006/main">
              <a:ext uri="{FF2B5EF4-FFF2-40B4-BE49-F238E27FC236}">
                <a16:creationId xmlns:a16="http://schemas.microsoft.com/office/drawing/2014/main" id="{FCD02BB7-3A41-46D5-9366-52235F58E175}"/>
              </a:ext>
            </a:extLst>
          </p:cNvPr>
          <p:cNvSpPr>
            <a:spLocks xmlns:a="http://schemas.openxmlformats.org/drawingml/2006/main" noGrp="1"/>
          </p:cNvSpPr>
          <p:nvPr/>
        </p:nvSpPr>
        <p:spPr>
          <a:xfrm xmlns:a="http://schemas.openxmlformats.org/drawingml/2006/main">
            <a:off x="10572750" y="352425"/>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1050" b="0">
                <a:solidFill>
                  <a:srgbClr val="858B84"/>
                </a:solidFill>
                <a:latin typeface="Courier New"/>
                <a:ea typeface="Courier New"/>
                <a:cs typeface="Courier New"/>
              </a:defRPr>
            </a:pPr>
            <a:r>
              <a:rPr sz="1050" b="0">
                <a:solidFill>
                  <a:srgbClr val="858B84"/>
                </a:solidFill>
                <a:latin typeface="Courier New"/>
                <a:ea typeface="Courier New"/>
                <a:cs typeface="Courier New"/>
              </a:rPr>
              <a:t>06 / 06</a:t>
            </a:r>
          </a:p>
        </p:txBody>
      </p:sp>
      <p:sp>
        <p:nvSpPr>
          <p:cNvPr id="33" name="event-footer">
            <a:extLst xmlns:a="http://schemas.openxmlformats.org/drawingml/2006/main">
              <a:ext uri="{FF2B5EF4-FFF2-40B4-BE49-F238E27FC236}">
                <a16:creationId xmlns:a16="http://schemas.microsoft.com/office/drawing/2014/main" id="{084E905E-A744-446F-8F2E-9C0F0ED5C454}"/>
              </a:ext>
            </a:extLst>
          </p:cNvPr>
          <p:cNvSpPr>
            <a:spLocks xmlns:a="http://schemas.openxmlformats.org/drawingml/2006/main" noGrp="1"/>
          </p:cNvSpPr>
          <p:nvPr/>
        </p:nvSpPr>
        <p:spPr>
          <a:xfrm xmlns:a="http://schemas.openxmlformats.org/drawingml/2006/main">
            <a:off x="381000" y="6467475"/>
            <a:ext cx="4572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0">
                <a:solidFill>
                  <a:srgbClr val="858B84"/>
                </a:solidFill>
                <a:latin typeface="Courier New"/>
                <a:ea typeface="Courier New"/>
                <a:cs typeface="Courier New"/>
              </a:defRPr>
            </a:pPr>
            <a:r>
              <a:rPr sz="900" b="0">
                <a:solidFill>
                  <a:srgbClr val="858B84"/>
                </a:solidFill>
                <a:latin typeface="Courier New"/>
                <a:ea typeface="Courier New"/>
                <a:cs typeface="Courier New"/>
              </a:rPr>
              <a:t>RAINGENTIC COMMERCE · RAIN + MONAD</a:t>
            </a:r>
          </a:p>
        </p:txBody>
      </p:sp>
      <p:sp>
        <p:nvSpPr>
          <p:cNvPr id="34" name="honesty-footer">
            <a:extLst xmlns:a="http://schemas.openxmlformats.org/drawingml/2006/main">
              <a:ext uri="{FF2B5EF4-FFF2-40B4-BE49-F238E27FC236}">
                <a16:creationId xmlns:a16="http://schemas.microsoft.com/office/drawing/2014/main" id="{214C5AAD-D150-47BA-99EB-062852DA84DF}"/>
              </a:ext>
            </a:extLst>
          </p:cNvPr>
          <p:cNvSpPr>
            <a:spLocks xmlns:a="http://schemas.openxmlformats.org/drawingml/2006/main" noGrp="1"/>
          </p:cNvSpPr>
          <p:nvPr/>
        </p:nvSpPr>
        <p:spPr>
          <a:xfrm xmlns:a="http://schemas.openxmlformats.org/drawingml/2006/main">
            <a:off x="6934200" y="6467475"/>
            <a:ext cx="4876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0">
                <a:solidFill>
                  <a:srgbClr val="858B84"/>
                </a:solidFill>
                <a:latin typeface="Courier New"/>
                <a:ea typeface="Courier New"/>
                <a:cs typeface="Courier New"/>
              </a:defRPr>
            </a:pPr>
            <a:r>
              <a:rPr sz="900" b="0">
                <a:solidFill>
                  <a:srgbClr val="858B84"/>
                </a:solidFill>
                <a:latin typeface="Courier New"/>
                <a:ea typeface="Courier New"/>
                <a:cs typeface="Courier New"/>
              </a:rPr>
              <a:t>SANDBOX / TESTNET CLAIMS REQUIRE RENDERED EVIDENCE</a:t>
            </a:r>
          </a:p>
        </p:txBody>
      </p:sp>
      <p:sp>
        <p:nvSpPr>
          <p:cNvPr id="35" name="eyebrow">
            <a:extLst xmlns:a="http://schemas.openxmlformats.org/drawingml/2006/main">
              <a:ext uri="{FF2B5EF4-FFF2-40B4-BE49-F238E27FC236}">
                <a16:creationId xmlns:a16="http://schemas.microsoft.com/office/drawing/2014/main" id="{E7389826-B09C-41FD-B845-E47137E109AD}"/>
              </a:ext>
            </a:extLst>
          </p:cNvPr>
          <p:cNvSpPr>
            <a:spLocks xmlns:a="http://schemas.openxmlformats.org/drawingml/2006/main" noGrp="1"/>
          </p:cNvSpPr>
          <p:nvPr/>
        </p:nvSpPr>
        <p:spPr>
          <a:xfrm xmlns:a="http://schemas.openxmlformats.org/drawingml/2006/main">
            <a:off x="381000" y="1123950"/>
            <a:ext cx="533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125" b="1">
                <a:solidFill>
                  <a:srgbClr val="C7F52F"/>
                </a:solidFill>
                <a:latin typeface="Courier New"/>
                <a:ea typeface="Courier New"/>
                <a:cs typeface="Courier New"/>
              </a:defRPr>
            </a:pPr>
            <a:r>
              <a:rPr sz="1125" b="1">
                <a:solidFill>
                  <a:srgbClr val="C7F52F"/>
                </a:solidFill>
                <a:latin typeface="Courier New"/>
                <a:ea typeface="Courier New"/>
                <a:cs typeface="Courier New"/>
              </a:rPr>
              <a:t>05 / SETTLE</a:t>
            </a:r>
          </a:p>
        </p:txBody>
      </p:sp>
      <p:sp>
        <p:nvSpPr>
          <p:cNvPr id="36" name="slide-title">
            <a:extLst xmlns:a="http://schemas.openxmlformats.org/drawingml/2006/main">
              <a:ext uri="{FF2B5EF4-FFF2-40B4-BE49-F238E27FC236}">
                <a16:creationId xmlns:a16="http://schemas.microsoft.com/office/drawing/2014/main" id="{0119820B-D14C-4D4B-B72B-CB6D5B9502E0}"/>
              </a:ext>
            </a:extLst>
          </p:cNvPr>
          <p:cNvSpPr>
            <a:spLocks xmlns:a="http://schemas.openxmlformats.org/drawingml/2006/main" noGrp="1"/>
          </p:cNvSpPr>
          <p:nvPr/>
        </p:nvSpPr>
        <p:spPr>
          <a:xfrm xmlns:a="http://schemas.openxmlformats.org/drawingml/2006/main">
            <a:off x="381000" y="1409700"/>
            <a:ext cx="10858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3900" b="1">
                <a:solidFill>
                  <a:srgbClr val="F1EFE5"/>
                </a:solidFill>
                <a:latin typeface="Arial Black"/>
                <a:ea typeface="Arial Black"/>
                <a:cs typeface="Arial Black"/>
              </a:defRPr>
            </a:pPr>
            <a:r>
              <a:rPr sz="3900" b="1">
                <a:solidFill>
                  <a:srgbClr val="F1EFE5"/>
                </a:solidFill>
                <a:latin typeface="Arial Black"/>
                <a:ea typeface="Arial Black"/>
                <a:cs typeface="Arial Black"/>
              </a:rPr>
              <a:t>PATIENCE BECOMES LEVERAGE.</a:t>
            </a:r>
          </a:p>
        </p:txBody>
      </p:sp>
      <p:sp>
        <p:nvSpPr>
          <p:cNvPr id="37" name="result-reserved">
            <a:extLst xmlns:a="http://schemas.openxmlformats.org/drawingml/2006/main">
              <a:ext uri="{FF2B5EF4-FFF2-40B4-BE49-F238E27FC236}">
                <a16:creationId xmlns:a16="http://schemas.microsoft.com/office/drawing/2014/main" id="{B87BCBA8-3E73-48E4-8834-9E14AB096B76}"/>
              </a:ext>
            </a:extLst>
          </p:cNvPr>
          <p:cNvSpPr>
            <a:spLocks xmlns:a="http://schemas.openxmlformats.org/drawingml/2006/main" noGrp="1"/>
          </p:cNvSpPr>
          <p:nvPr/>
        </p:nvSpPr>
        <p:spPr>
          <a:xfrm xmlns:a="http://schemas.openxmlformats.org/drawingml/2006/main">
            <a:off x="419100" y="2609850"/>
            <a:ext cx="27241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4650" b="1">
                <a:solidFill>
                  <a:srgbClr val="F1EFE5"/>
                </a:solidFill>
                <a:latin typeface="Arial Black"/>
                <a:ea typeface="Arial Black"/>
                <a:cs typeface="Arial Black"/>
              </a:defRPr>
            </a:pPr>
            <a:r>
              <a:rPr sz="4650" b="1">
                <a:solidFill>
                  <a:srgbClr val="F1EFE5"/>
                </a:solidFill>
                <a:latin typeface="Arial Black"/>
                <a:ea typeface="Arial Black"/>
                <a:cs typeface="Arial Black"/>
              </a:rPr>
              <a:t>$5,748</a:t>
            </a:r>
          </a:p>
        </p:txBody>
      </p:sp>
      <p:sp>
        <p:nvSpPr>
          <p:cNvPr id="38" name="result-reserved-label">
            <a:extLst xmlns:a="http://schemas.openxmlformats.org/drawingml/2006/main">
              <a:ext uri="{FF2B5EF4-FFF2-40B4-BE49-F238E27FC236}">
                <a16:creationId xmlns:a16="http://schemas.microsoft.com/office/drawing/2014/main" id="{A1F8D161-E0D5-4091-B54E-10B480B6DB5D}"/>
              </a:ext>
            </a:extLst>
          </p:cNvPr>
          <p:cNvSpPr>
            <a:spLocks xmlns:a="http://schemas.openxmlformats.org/drawingml/2006/main" noGrp="1"/>
          </p:cNvSpPr>
          <p:nvPr/>
        </p:nvSpPr>
        <p:spPr>
          <a:xfrm xmlns:a="http://schemas.openxmlformats.org/drawingml/2006/main">
            <a:off x="476250" y="3390900"/>
            <a:ext cx="2286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200" b="0">
                <a:solidFill>
                  <a:srgbClr val="858B84"/>
                </a:solidFill>
                <a:latin typeface="Courier New"/>
                <a:ea typeface="Courier New"/>
                <a:cs typeface="Courier New"/>
              </a:defRPr>
            </a:pPr>
            <a:r>
              <a:rPr sz="1200" b="0">
                <a:solidFill>
                  <a:srgbClr val="858B84"/>
                </a:solidFill>
                <a:latin typeface="Courier New"/>
                <a:ea typeface="Courier New"/>
                <a:cs typeface="Courier New"/>
              </a:rPr>
              <a:t>FIXTURE RESERVED</a:t>
            </a:r>
          </a:p>
        </p:txBody>
      </p:sp>
      <p:sp>
        <p:nvSpPr>
          <p:cNvPr id="39" name="result-arrow-1-shaft">
            <a:extLst xmlns:a="http://schemas.openxmlformats.org/drawingml/2006/main">
              <a:ext uri="{FF2B5EF4-FFF2-40B4-BE49-F238E27FC236}">
                <a16:creationId xmlns:a16="http://schemas.microsoft.com/office/drawing/2014/main" id="{6A197F05-DC6E-4B6C-95D9-17BF5FEED17C}"/>
              </a:ext>
            </a:extLst>
          </p:cNvPr>
          <p:cNvSpPr>
            <a:spLocks xmlns:a="http://schemas.openxmlformats.org/drawingml/2006/main" noGrp="1"/>
          </p:cNvSpPr>
          <p:nvPr/>
        </p:nvSpPr>
        <p:spPr>
          <a:xfrm xmlns:a="http://schemas.openxmlformats.org/drawingml/2006/main">
            <a:off x="3257550" y="3067050"/>
            <a:ext cx="1066800" cy="28575"/>
          </a:xfrm>
          <a:prstGeom xmlns:a="http://schemas.openxmlformats.org/drawingml/2006/main" prst="rect">
            <a:avLst/>
          </a:prstGeom>
          <a:solidFill xmlns:a="http://schemas.openxmlformats.org/drawingml/2006/main">
            <a:srgbClr val="C7F52F"/>
          </a:solidFill>
          <a:ln xmlns:a="http://schemas.openxmlformats.org/drawingml/2006/main" w="0">
            <a:noFill/>
            <a:prstDash val="solid"/>
          </a:ln>
        </p:spPr>
      </p:sp>
      <p:sp>
        <p:nvSpPr>
          <p:cNvPr id="40" name="result-arrow-1-head">
            <a:extLst xmlns:a="http://schemas.openxmlformats.org/drawingml/2006/main">
              <a:ext uri="{FF2B5EF4-FFF2-40B4-BE49-F238E27FC236}">
                <a16:creationId xmlns:a16="http://schemas.microsoft.com/office/drawing/2014/main" id="{B70F1378-ADD3-44EA-90E5-E1E84B82B644}"/>
              </a:ext>
            </a:extLst>
          </p:cNvPr>
          <p:cNvSpPr>
            <a:spLocks xmlns:a="http://schemas.openxmlformats.org/drawingml/2006/main" noGrp="1"/>
          </p:cNvSpPr>
          <p:nvPr/>
        </p:nvSpPr>
        <p:spPr>
          <a:xfrm xmlns:a="http://schemas.openxmlformats.org/drawingml/2006/main">
            <a:off x="4286250" y="2990850"/>
            <a:ext cx="209550" cy="180975"/>
          </a:xfrm>
          <a:prstGeom xmlns:a="http://schemas.openxmlformats.org/drawingml/2006/main" prst="rightArrow">
            <a:avLst/>
          </a:prstGeom>
          <a:solidFill xmlns:a="http://schemas.openxmlformats.org/drawingml/2006/main">
            <a:srgbClr val="C7F52F"/>
          </a:solidFill>
          <a:ln xmlns:a="http://schemas.openxmlformats.org/drawingml/2006/main" w="0">
            <a:noFill/>
            <a:prstDash val="solid"/>
          </a:ln>
        </p:spPr>
      </p:sp>
      <p:sp>
        <p:nvSpPr>
          <p:cNvPr id="41" name="result-captured">
            <a:extLst xmlns:a="http://schemas.openxmlformats.org/drawingml/2006/main">
              <a:ext uri="{FF2B5EF4-FFF2-40B4-BE49-F238E27FC236}">
                <a16:creationId xmlns:a16="http://schemas.microsoft.com/office/drawing/2014/main" id="{732885A1-4DB4-4C66-AF43-C0CA279D28C5}"/>
              </a:ext>
            </a:extLst>
          </p:cNvPr>
          <p:cNvSpPr>
            <a:spLocks xmlns:a="http://schemas.openxmlformats.org/drawingml/2006/main" noGrp="1"/>
          </p:cNvSpPr>
          <p:nvPr/>
        </p:nvSpPr>
        <p:spPr>
          <a:xfrm xmlns:a="http://schemas.openxmlformats.org/drawingml/2006/main">
            <a:off x="4648200" y="2609850"/>
            <a:ext cx="27622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4650" b="1">
                <a:solidFill>
                  <a:srgbClr val="C7F52F"/>
                </a:solidFill>
                <a:latin typeface="Arial Black"/>
                <a:ea typeface="Arial Black"/>
                <a:cs typeface="Arial Black"/>
              </a:defRPr>
            </a:pPr>
            <a:r>
              <a:rPr sz="4650" b="1">
                <a:solidFill>
                  <a:srgbClr val="C7F52F"/>
                </a:solidFill>
                <a:latin typeface="Arial Black"/>
                <a:ea typeface="Arial Black"/>
                <a:cs typeface="Arial Black"/>
              </a:rPr>
              <a:t>$4,668</a:t>
            </a:r>
          </a:p>
        </p:txBody>
      </p:sp>
      <p:sp>
        <p:nvSpPr>
          <p:cNvPr id="42" name="result-captured-label">
            <a:extLst xmlns:a="http://schemas.openxmlformats.org/drawingml/2006/main">
              <a:ext uri="{FF2B5EF4-FFF2-40B4-BE49-F238E27FC236}">
                <a16:creationId xmlns:a16="http://schemas.microsoft.com/office/drawing/2014/main" id="{203FA258-47EC-4533-A8D4-438C0740539D}"/>
              </a:ext>
            </a:extLst>
          </p:cNvPr>
          <p:cNvSpPr>
            <a:spLocks xmlns:a="http://schemas.openxmlformats.org/drawingml/2006/main" noGrp="1"/>
          </p:cNvSpPr>
          <p:nvPr/>
        </p:nvSpPr>
        <p:spPr>
          <a:xfrm xmlns:a="http://schemas.openxmlformats.org/drawingml/2006/main">
            <a:off x="4705350" y="3390900"/>
            <a:ext cx="2095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200" b="0">
                <a:solidFill>
                  <a:srgbClr val="858B84"/>
                </a:solidFill>
                <a:latin typeface="Courier New"/>
                <a:ea typeface="Courier New"/>
                <a:cs typeface="Courier New"/>
              </a:defRPr>
            </a:pPr>
            <a:r>
              <a:rPr sz="1200" b="0">
                <a:solidFill>
                  <a:srgbClr val="858B84"/>
                </a:solidFill>
                <a:latin typeface="Courier New"/>
                <a:ea typeface="Courier New"/>
                <a:cs typeface="Courier New"/>
              </a:rPr>
              <a:t>RAIN SETTLED</a:t>
            </a:r>
          </a:p>
        </p:txBody>
      </p:sp>
      <p:sp>
        <p:nvSpPr>
          <p:cNvPr id="43" name="result-plus">
            <a:extLst xmlns:a="http://schemas.openxmlformats.org/drawingml/2006/main">
              <a:ext uri="{FF2B5EF4-FFF2-40B4-BE49-F238E27FC236}">
                <a16:creationId xmlns:a16="http://schemas.microsoft.com/office/drawing/2014/main" id="{A6C42869-D41F-4969-91FC-3F093F179816}"/>
              </a:ext>
            </a:extLst>
          </p:cNvPr>
          <p:cNvSpPr>
            <a:spLocks xmlns:a="http://schemas.openxmlformats.org/drawingml/2006/main" noGrp="1"/>
          </p:cNvSpPr>
          <p:nvPr/>
        </p:nvSpPr>
        <p:spPr>
          <a:xfrm xmlns:a="http://schemas.openxmlformats.org/drawingml/2006/main">
            <a:off x="7524750" y="2724150"/>
            <a:ext cx="5715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0000"/>
              </a:lnSpc>
              <a:buNone/>
              <a:defRPr sz="3750" b="1">
                <a:solidFill>
                  <a:srgbClr val="D3D1C8"/>
                </a:solidFill>
                <a:latin typeface="Arial Black"/>
                <a:ea typeface="Arial Black"/>
                <a:cs typeface="Arial Black"/>
              </a:defRPr>
            </a:pPr>
            <a:r>
              <a:rPr sz="3750" b="1">
                <a:solidFill>
                  <a:srgbClr val="D3D1C8"/>
                </a:solidFill>
                <a:latin typeface="Arial Black"/>
                <a:ea typeface="Arial Black"/>
                <a:cs typeface="Arial Black"/>
              </a:rPr>
              <a:t>+</a:t>
            </a:r>
          </a:p>
        </p:txBody>
      </p:sp>
      <p:sp>
        <p:nvSpPr>
          <p:cNvPr id="44" name="result-released">
            <a:extLst xmlns:a="http://schemas.openxmlformats.org/drawingml/2006/main">
              <a:ext uri="{FF2B5EF4-FFF2-40B4-BE49-F238E27FC236}">
                <a16:creationId xmlns:a16="http://schemas.microsoft.com/office/drawing/2014/main" id="{952716EC-77E2-4420-A170-F743FBCA9D6B}"/>
              </a:ext>
            </a:extLst>
          </p:cNvPr>
          <p:cNvSpPr>
            <a:spLocks xmlns:a="http://schemas.openxmlformats.org/drawingml/2006/main" noGrp="1"/>
          </p:cNvSpPr>
          <p:nvPr/>
        </p:nvSpPr>
        <p:spPr>
          <a:xfrm xmlns:a="http://schemas.openxmlformats.org/drawingml/2006/main">
            <a:off x="8229600" y="2609850"/>
            <a:ext cx="31813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4650" b="1">
                <a:solidFill>
                  <a:srgbClr val="FF2B79"/>
                </a:solidFill>
                <a:latin typeface="Arial Black"/>
                <a:ea typeface="Arial Black"/>
                <a:cs typeface="Arial Black"/>
              </a:defRPr>
            </a:pPr>
            <a:r>
              <a:rPr sz="4650" b="1">
                <a:solidFill>
                  <a:srgbClr val="FF2B79"/>
                </a:solidFill>
                <a:latin typeface="Arial Black"/>
                <a:ea typeface="Arial Black"/>
                <a:cs typeface="Arial Black"/>
              </a:rPr>
              <a:t>$1,080</a:t>
            </a:r>
          </a:p>
        </p:txBody>
      </p:sp>
      <p:sp>
        <p:nvSpPr>
          <p:cNvPr id="45" name="result-released-label">
            <a:extLst xmlns:a="http://schemas.openxmlformats.org/drawingml/2006/main">
              <a:ext uri="{FF2B5EF4-FFF2-40B4-BE49-F238E27FC236}">
                <a16:creationId xmlns:a16="http://schemas.microsoft.com/office/drawing/2014/main" id="{9C890187-5980-4C3E-80E5-97E89B309BDD}"/>
              </a:ext>
            </a:extLst>
          </p:cNvPr>
          <p:cNvSpPr>
            <a:spLocks xmlns:a="http://schemas.openxmlformats.org/drawingml/2006/main" noGrp="1"/>
          </p:cNvSpPr>
          <p:nvPr/>
        </p:nvSpPr>
        <p:spPr>
          <a:xfrm xmlns:a="http://schemas.openxmlformats.org/drawingml/2006/main">
            <a:off x="8572500" y="3390900"/>
            <a:ext cx="28384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1200" b="0">
                <a:solidFill>
                  <a:srgbClr val="858B84"/>
                </a:solidFill>
                <a:latin typeface="Courier New"/>
                <a:ea typeface="Courier New"/>
                <a:cs typeface="Courier New"/>
              </a:defRPr>
            </a:pPr>
            <a:r>
              <a:rPr sz="1200" b="0">
                <a:solidFill>
                  <a:srgbClr val="858B84"/>
                </a:solidFill>
                <a:latin typeface="Courier New"/>
                <a:ea typeface="Courier New"/>
                <a:cs typeface="Courier New"/>
              </a:rPr>
              <a:t>FIXTURE AVAILABLE</a:t>
            </a:r>
          </a:p>
        </p:txBody>
      </p:sp>
      <p:sp>
        <p:nvSpPr>
          <p:cNvPr id="46" name="result-equation-bracket-tl-h">
            <a:extLst xmlns:a="http://schemas.openxmlformats.org/drawingml/2006/main">
              <a:ext uri="{FF2B5EF4-FFF2-40B4-BE49-F238E27FC236}">
                <a16:creationId xmlns:a16="http://schemas.microsoft.com/office/drawing/2014/main" id="{C5CB1A80-90D6-4601-BFA6-9F7A5913E005}"/>
              </a:ext>
            </a:extLst>
          </p:cNvPr>
          <p:cNvSpPr>
            <a:spLocks xmlns:a="http://schemas.openxmlformats.org/drawingml/2006/main" noGrp="1"/>
          </p:cNvSpPr>
          <p:nvPr/>
        </p:nvSpPr>
        <p:spPr>
          <a:xfrm xmlns:a="http://schemas.openxmlformats.org/drawingml/2006/main">
            <a:off x="323850" y="2343150"/>
            <a:ext cx="152400" cy="0"/>
          </a:xfrm>
          <a:prstGeom xmlns:a="http://schemas.openxmlformats.org/drawingml/2006/main" prst="line">
            <a:avLst/>
          </a:prstGeom>
          <a:noFill xmlns:a="http://schemas.openxmlformats.org/drawingml/2006/main"/>
          <a:ln xmlns:a="http://schemas.openxmlformats.org/drawingml/2006/main" w="13335">
            <a:solidFill>
              <a:srgbClr val="D3D1C8"/>
            </a:solidFill>
            <a:prstDash val="solid"/>
          </a:ln>
        </p:spPr>
      </p:sp>
      <p:sp>
        <p:nvSpPr>
          <p:cNvPr id="47" name="result-equation-bracket-tl-v">
            <a:extLst xmlns:a="http://schemas.openxmlformats.org/drawingml/2006/main">
              <a:ext uri="{FF2B5EF4-FFF2-40B4-BE49-F238E27FC236}">
                <a16:creationId xmlns:a16="http://schemas.microsoft.com/office/drawing/2014/main" id="{510F7567-C1BF-46E0-912C-5538103AEA9E}"/>
              </a:ext>
            </a:extLst>
          </p:cNvPr>
          <p:cNvSpPr>
            <a:spLocks xmlns:a="http://schemas.openxmlformats.org/drawingml/2006/main" noGrp="1"/>
          </p:cNvSpPr>
          <p:nvPr/>
        </p:nvSpPr>
        <p:spPr>
          <a:xfrm xmlns:a="http://schemas.openxmlformats.org/drawingml/2006/main">
            <a:off x="323850" y="2343150"/>
            <a:ext cx="0" cy="152400"/>
          </a:xfrm>
          <a:prstGeom xmlns:a="http://schemas.openxmlformats.org/drawingml/2006/main" prst="line">
            <a:avLst/>
          </a:prstGeom>
          <a:noFill xmlns:a="http://schemas.openxmlformats.org/drawingml/2006/main"/>
          <a:ln xmlns:a="http://schemas.openxmlformats.org/drawingml/2006/main" w="13335">
            <a:solidFill>
              <a:srgbClr val="D3D1C8"/>
            </a:solidFill>
            <a:prstDash val="solid"/>
          </a:ln>
        </p:spPr>
      </p:sp>
      <p:sp>
        <p:nvSpPr>
          <p:cNvPr id="48" name="result-equation-bracket-tr-h">
            <a:extLst xmlns:a="http://schemas.openxmlformats.org/drawingml/2006/main">
              <a:ext uri="{FF2B5EF4-FFF2-40B4-BE49-F238E27FC236}">
                <a16:creationId xmlns:a16="http://schemas.microsoft.com/office/drawing/2014/main" id="{24BC941C-C7DC-498F-B8BC-0B7C22DF5ACC}"/>
              </a:ext>
            </a:extLst>
          </p:cNvPr>
          <p:cNvSpPr>
            <a:spLocks xmlns:a="http://schemas.openxmlformats.org/drawingml/2006/main" noGrp="1"/>
          </p:cNvSpPr>
          <p:nvPr/>
        </p:nvSpPr>
        <p:spPr>
          <a:xfrm xmlns:a="http://schemas.openxmlformats.org/drawingml/2006/main">
            <a:off x="11334750" y="2343150"/>
            <a:ext cx="152400" cy="0"/>
          </a:xfrm>
          <a:prstGeom xmlns:a="http://schemas.openxmlformats.org/drawingml/2006/main" prst="line">
            <a:avLst/>
          </a:prstGeom>
          <a:noFill xmlns:a="http://schemas.openxmlformats.org/drawingml/2006/main"/>
          <a:ln xmlns:a="http://schemas.openxmlformats.org/drawingml/2006/main" w="13335">
            <a:solidFill>
              <a:srgbClr val="D3D1C8"/>
            </a:solidFill>
            <a:prstDash val="solid"/>
          </a:ln>
        </p:spPr>
      </p:sp>
      <p:sp>
        <p:nvSpPr>
          <p:cNvPr id="49" name="result-equation-bracket-tr-v">
            <a:extLst xmlns:a="http://schemas.openxmlformats.org/drawingml/2006/main">
              <a:ext uri="{FF2B5EF4-FFF2-40B4-BE49-F238E27FC236}">
                <a16:creationId xmlns:a16="http://schemas.microsoft.com/office/drawing/2014/main" id="{CFE37C1E-0038-40E3-9F22-DF1A0261A777}"/>
              </a:ext>
            </a:extLst>
          </p:cNvPr>
          <p:cNvSpPr>
            <a:spLocks xmlns:a="http://schemas.openxmlformats.org/drawingml/2006/main" noGrp="1"/>
          </p:cNvSpPr>
          <p:nvPr/>
        </p:nvSpPr>
        <p:spPr>
          <a:xfrm xmlns:a="http://schemas.openxmlformats.org/drawingml/2006/main">
            <a:off x="11487150" y="2343150"/>
            <a:ext cx="0" cy="152400"/>
          </a:xfrm>
          <a:prstGeom xmlns:a="http://schemas.openxmlformats.org/drawingml/2006/main" prst="line">
            <a:avLst/>
          </a:prstGeom>
          <a:noFill xmlns:a="http://schemas.openxmlformats.org/drawingml/2006/main"/>
          <a:ln xmlns:a="http://schemas.openxmlformats.org/drawingml/2006/main" w="13335">
            <a:solidFill>
              <a:srgbClr val="D3D1C8"/>
            </a:solidFill>
            <a:prstDash val="solid"/>
          </a:ln>
        </p:spPr>
      </p:sp>
      <p:sp>
        <p:nvSpPr>
          <p:cNvPr id="50" name="result-equation-bracket-bl-h">
            <a:extLst xmlns:a="http://schemas.openxmlformats.org/drawingml/2006/main">
              <a:ext uri="{FF2B5EF4-FFF2-40B4-BE49-F238E27FC236}">
                <a16:creationId xmlns:a16="http://schemas.microsoft.com/office/drawing/2014/main" id="{6CF5B02A-E545-4CA7-B05F-8CB9169ADE3B}"/>
              </a:ext>
            </a:extLst>
          </p:cNvPr>
          <p:cNvSpPr>
            <a:spLocks xmlns:a="http://schemas.openxmlformats.org/drawingml/2006/main" noGrp="1"/>
          </p:cNvSpPr>
          <p:nvPr/>
        </p:nvSpPr>
        <p:spPr>
          <a:xfrm xmlns:a="http://schemas.openxmlformats.org/drawingml/2006/main">
            <a:off x="323850" y="3867150"/>
            <a:ext cx="152400" cy="0"/>
          </a:xfrm>
          <a:prstGeom xmlns:a="http://schemas.openxmlformats.org/drawingml/2006/main" prst="line">
            <a:avLst/>
          </a:prstGeom>
          <a:noFill xmlns:a="http://schemas.openxmlformats.org/drawingml/2006/main"/>
          <a:ln xmlns:a="http://schemas.openxmlformats.org/drawingml/2006/main" w="13335">
            <a:solidFill>
              <a:srgbClr val="D3D1C8"/>
            </a:solidFill>
            <a:prstDash val="solid"/>
          </a:ln>
        </p:spPr>
      </p:sp>
      <p:sp>
        <p:nvSpPr>
          <p:cNvPr id="51" name="result-equation-bracket-bl-v">
            <a:extLst xmlns:a="http://schemas.openxmlformats.org/drawingml/2006/main">
              <a:ext uri="{FF2B5EF4-FFF2-40B4-BE49-F238E27FC236}">
                <a16:creationId xmlns:a16="http://schemas.microsoft.com/office/drawing/2014/main" id="{8BFF12C0-86AF-40C6-8DE7-969AAA981125}"/>
              </a:ext>
            </a:extLst>
          </p:cNvPr>
          <p:cNvSpPr>
            <a:spLocks xmlns:a="http://schemas.openxmlformats.org/drawingml/2006/main" noGrp="1"/>
          </p:cNvSpPr>
          <p:nvPr/>
        </p:nvSpPr>
        <p:spPr>
          <a:xfrm xmlns:a="http://schemas.openxmlformats.org/drawingml/2006/main">
            <a:off x="323850" y="3714750"/>
            <a:ext cx="0" cy="152400"/>
          </a:xfrm>
          <a:prstGeom xmlns:a="http://schemas.openxmlformats.org/drawingml/2006/main" prst="line">
            <a:avLst/>
          </a:prstGeom>
          <a:noFill xmlns:a="http://schemas.openxmlformats.org/drawingml/2006/main"/>
          <a:ln xmlns:a="http://schemas.openxmlformats.org/drawingml/2006/main" w="13335">
            <a:solidFill>
              <a:srgbClr val="D3D1C8"/>
            </a:solidFill>
            <a:prstDash val="solid"/>
          </a:ln>
        </p:spPr>
      </p:sp>
      <p:sp>
        <p:nvSpPr>
          <p:cNvPr id="52" name="result-equation-bracket-br-h">
            <a:extLst xmlns:a="http://schemas.openxmlformats.org/drawingml/2006/main">
              <a:ext uri="{FF2B5EF4-FFF2-40B4-BE49-F238E27FC236}">
                <a16:creationId xmlns:a16="http://schemas.microsoft.com/office/drawing/2014/main" id="{E0B10EF3-F1CE-4153-9C55-663B92E46F08}"/>
              </a:ext>
            </a:extLst>
          </p:cNvPr>
          <p:cNvSpPr>
            <a:spLocks xmlns:a="http://schemas.openxmlformats.org/drawingml/2006/main" noGrp="1"/>
          </p:cNvSpPr>
          <p:nvPr/>
        </p:nvSpPr>
        <p:spPr>
          <a:xfrm xmlns:a="http://schemas.openxmlformats.org/drawingml/2006/main">
            <a:off x="11334750" y="3867150"/>
            <a:ext cx="152400" cy="0"/>
          </a:xfrm>
          <a:prstGeom xmlns:a="http://schemas.openxmlformats.org/drawingml/2006/main" prst="line">
            <a:avLst/>
          </a:prstGeom>
          <a:noFill xmlns:a="http://schemas.openxmlformats.org/drawingml/2006/main"/>
          <a:ln xmlns:a="http://schemas.openxmlformats.org/drawingml/2006/main" w="13335">
            <a:solidFill>
              <a:srgbClr val="D3D1C8"/>
            </a:solidFill>
            <a:prstDash val="solid"/>
          </a:ln>
        </p:spPr>
      </p:sp>
      <p:sp>
        <p:nvSpPr>
          <p:cNvPr id="53" name="result-equation-bracket-br-v">
            <a:extLst xmlns:a="http://schemas.openxmlformats.org/drawingml/2006/main">
              <a:ext uri="{FF2B5EF4-FFF2-40B4-BE49-F238E27FC236}">
                <a16:creationId xmlns:a16="http://schemas.microsoft.com/office/drawing/2014/main" id="{AE5BA223-7736-4949-8CB3-98AC81A3B254}"/>
              </a:ext>
            </a:extLst>
          </p:cNvPr>
          <p:cNvSpPr>
            <a:spLocks xmlns:a="http://schemas.openxmlformats.org/drawingml/2006/main" noGrp="1"/>
          </p:cNvSpPr>
          <p:nvPr/>
        </p:nvSpPr>
        <p:spPr>
          <a:xfrm xmlns:a="http://schemas.openxmlformats.org/drawingml/2006/main">
            <a:off x="11487150" y="3714750"/>
            <a:ext cx="0" cy="152400"/>
          </a:xfrm>
          <a:prstGeom xmlns:a="http://schemas.openxmlformats.org/drawingml/2006/main" prst="line">
            <a:avLst/>
          </a:prstGeom>
          <a:noFill xmlns:a="http://schemas.openxmlformats.org/drawingml/2006/main"/>
          <a:ln xmlns:a="http://schemas.openxmlformats.org/drawingml/2006/main" w="13335">
            <a:solidFill>
              <a:srgbClr val="D3D1C8"/>
            </a:solidFill>
            <a:prstDash val="solid"/>
          </a:ln>
        </p:spPr>
      </p:sp>
      <p:sp>
        <p:nvSpPr>
          <p:cNvPr id="54" name="result-improvement">
            <a:extLst xmlns:a="http://schemas.openxmlformats.org/drawingml/2006/main">
              <a:ext uri="{FF2B5EF4-FFF2-40B4-BE49-F238E27FC236}">
                <a16:creationId xmlns:a16="http://schemas.microsoft.com/office/drawing/2014/main" id="{A88FBFF2-20C5-42A9-B779-88FB9DAD7727}"/>
              </a:ext>
            </a:extLst>
          </p:cNvPr>
          <p:cNvSpPr>
            <a:spLocks xmlns:a="http://schemas.openxmlformats.org/drawingml/2006/main" noGrp="1"/>
          </p:cNvSpPr>
          <p:nvPr/>
        </p:nvSpPr>
        <p:spPr>
          <a:xfrm xmlns:a="http://schemas.openxmlformats.org/drawingml/2006/main">
            <a:off x="438150" y="4381500"/>
            <a:ext cx="25717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5100" b="1">
                <a:solidFill>
                  <a:srgbClr val="FF2B79"/>
                </a:solidFill>
                <a:latin typeface="Arial Black"/>
                <a:ea typeface="Arial Black"/>
                <a:cs typeface="Arial Black"/>
              </a:defRPr>
            </a:pPr>
            <a:r>
              <a:rPr sz="5100" b="1">
                <a:solidFill>
                  <a:srgbClr val="FF2B79"/>
                </a:solidFill>
                <a:latin typeface="Arial Black"/>
                <a:ea typeface="Arial Black"/>
                <a:cs typeface="Arial Black"/>
              </a:rPr>
              <a:t>18.8%</a:t>
            </a:r>
          </a:p>
        </p:txBody>
      </p:sp>
      <p:sp>
        <p:nvSpPr>
          <p:cNvPr id="55" name="result-improvement-label">
            <a:extLst xmlns:a="http://schemas.openxmlformats.org/drawingml/2006/main">
              <a:ext uri="{FF2B5EF4-FFF2-40B4-BE49-F238E27FC236}">
                <a16:creationId xmlns:a16="http://schemas.microsoft.com/office/drawing/2014/main" id="{A791F711-ABAC-4201-80AB-AE66B5DFE7CB}"/>
              </a:ext>
            </a:extLst>
          </p:cNvPr>
          <p:cNvSpPr>
            <a:spLocks xmlns:a="http://schemas.openxmlformats.org/drawingml/2006/main" noGrp="1"/>
          </p:cNvSpPr>
          <p:nvPr/>
        </p:nvSpPr>
        <p:spPr>
          <a:xfrm xmlns:a="http://schemas.openxmlformats.org/drawingml/2006/main">
            <a:off x="495300" y="5219700"/>
            <a:ext cx="2381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275" b="0">
                <a:solidFill>
                  <a:srgbClr val="858B84"/>
                </a:solidFill>
                <a:latin typeface="Courier New"/>
                <a:ea typeface="Courier New"/>
                <a:cs typeface="Courier New"/>
              </a:defRPr>
            </a:pPr>
            <a:r>
              <a:rPr sz="1275" b="0">
                <a:solidFill>
                  <a:srgbClr val="858B84"/>
                </a:solidFill>
                <a:latin typeface="Courier New"/>
                <a:ea typeface="Courier New"/>
                <a:cs typeface="Courier New"/>
              </a:rPr>
              <a:t>PRICE IMPROVEMENT</a:t>
            </a:r>
          </a:p>
        </p:txBody>
      </p:sp>
      <p:sp>
        <p:nvSpPr>
          <p:cNvPr id="56" name="result-divider-1">
            <a:extLst xmlns:a="http://schemas.openxmlformats.org/drawingml/2006/main">
              <a:ext uri="{FF2B5EF4-FFF2-40B4-BE49-F238E27FC236}">
                <a16:creationId xmlns:a16="http://schemas.microsoft.com/office/drawing/2014/main" id="{1DADAEB7-A095-4552-A803-D13CCFB311F4}"/>
              </a:ext>
            </a:extLst>
          </p:cNvPr>
          <p:cNvSpPr>
            <a:spLocks xmlns:a="http://schemas.openxmlformats.org/drawingml/2006/main" noGrp="1"/>
          </p:cNvSpPr>
          <p:nvPr/>
        </p:nvSpPr>
        <p:spPr>
          <a:xfrm xmlns:a="http://schemas.openxmlformats.org/drawingml/2006/main">
            <a:off x="3352800" y="4343400"/>
            <a:ext cx="0" cy="1181100"/>
          </a:xfrm>
          <a:prstGeom xmlns:a="http://schemas.openxmlformats.org/drawingml/2006/main" prst="line">
            <a:avLst/>
          </a:prstGeom>
          <a:noFill xmlns:a="http://schemas.openxmlformats.org/drawingml/2006/main"/>
          <a:ln xmlns:a="http://schemas.openxmlformats.org/drawingml/2006/main" w="14288">
            <a:solidFill>
              <a:srgbClr val="252A26"/>
            </a:solidFill>
            <a:prstDash val="solid"/>
          </a:ln>
        </p:spPr>
      </p:sp>
      <p:sp>
        <p:nvSpPr>
          <p:cNvPr id="57" name="result-zero">
            <a:extLst xmlns:a="http://schemas.openxmlformats.org/drawingml/2006/main">
              <a:ext uri="{FF2B5EF4-FFF2-40B4-BE49-F238E27FC236}">
                <a16:creationId xmlns:a16="http://schemas.microsoft.com/office/drawing/2014/main" id="{3B7D95DB-BAAD-4AD9-8309-B2C8B80EA46E}"/>
              </a:ext>
            </a:extLst>
          </p:cNvPr>
          <p:cNvSpPr>
            <a:spLocks xmlns:a="http://schemas.openxmlformats.org/drawingml/2006/main" noGrp="1"/>
          </p:cNvSpPr>
          <p:nvPr/>
        </p:nvSpPr>
        <p:spPr>
          <a:xfrm xmlns:a="http://schemas.openxmlformats.org/drawingml/2006/main">
            <a:off x="3848100" y="4381500"/>
            <a:ext cx="1143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5100" b="1">
                <a:solidFill>
                  <a:srgbClr val="F1EFE5"/>
                </a:solidFill>
                <a:latin typeface="Arial Black"/>
                <a:ea typeface="Arial Black"/>
                <a:cs typeface="Arial Black"/>
              </a:defRPr>
            </a:pPr>
            <a:r>
              <a:rPr sz="5100" b="1">
                <a:solidFill>
                  <a:srgbClr val="F1EFE5"/>
                </a:solidFill>
                <a:latin typeface="Arial Black"/>
                <a:ea typeface="Arial Black"/>
                <a:cs typeface="Arial Black"/>
              </a:rPr>
              <a:t>0</a:t>
            </a:r>
          </a:p>
        </p:txBody>
      </p:sp>
      <p:sp>
        <p:nvSpPr>
          <p:cNvPr id="58" name="result-zero-label">
            <a:extLst xmlns:a="http://schemas.openxmlformats.org/drawingml/2006/main">
              <a:ext uri="{FF2B5EF4-FFF2-40B4-BE49-F238E27FC236}">
                <a16:creationId xmlns:a16="http://schemas.microsoft.com/office/drawing/2014/main" id="{00BC1B3E-7F15-4BED-A0C1-0AD056C36C6C}"/>
              </a:ext>
            </a:extLst>
          </p:cNvPr>
          <p:cNvSpPr>
            <a:spLocks xmlns:a="http://schemas.openxmlformats.org/drawingml/2006/main" noGrp="1"/>
          </p:cNvSpPr>
          <p:nvPr/>
        </p:nvSpPr>
        <p:spPr>
          <a:xfrm xmlns:a="http://schemas.openxmlformats.org/drawingml/2006/main">
            <a:off x="3905250" y="5219700"/>
            <a:ext cx="2571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275" b="0">
                <a:solidFill>
                  <a:srgbClr val="858B84"/>
                </a:solidFill>
                <a:latin typeface="Courier New"/>
                <a:ea typeface="Courier New"/>
                <a:cs typeface="Courier New"/>
              </a:defRPr>
            </a:pPr>
            <a:r>
              <a:rPr sz="1275" b="0">
                <a:solidFill>
                  <a:srgbClr val="858B84"/>
                </a:solidFill>
                <a:latin typeface="Courier New"/>
                <a:ea typeface="Courier New"/>
                <a:cs typeface="Courier New"/>
              </a:rPr>
              <a:t>HUMAN NEGOTIATIONS</a:t>
            </a:r>
          </a:p>
        </p:txBody>
      </p:sp>
      <p:sp>
        <p:nvSpPr>
          <p:cNvPr id="59" name="result-divider-2">
            <a:extLst xmlns:a="http://schemas.openxmlformats.org/drawingml/2006/main">
              <a:ext uri="{FF2B5EF4-FFF2-40B4-BE49-F238E27FC236}">
                <a16:creationId xmlns:a16="http://schemas.microsoft.com/office/drawing/2014/main" id="{0209E466-C59D-4C4F-B33F-CCF617202D10}"/>
              </a:ext>
            </a:extLst>
          </p:cNvPr>
          <p:cNvSpPr>
            <a:spLocks xmlns:a="http://schemas.openxmlformats.org/drawingml/2006/main" noGrp="1"/>
          </p:cNvSpPr>
          <p:nvPr/>
        </p:nvSpPr>
        <p:spPr>
          <a:xfrm xmlns:a="http://schemas.openxmlformats.org/drawingml/2006/main">
            <a:off x="6819900" y="4343400"/>
            <a:ext cx="0" cy="1181100"/>
          </a:xfrm>
          <a:prstGeom xmlns:a="http://schemas.openxmlformats.org/drawingml/2006/main" prst="line">
            <a:avLst/>
          </a:prstGeom>
          <a:noFill xmlns:a="http://schemas.openxmlformats.org/drawingml/2006/main"/>
          <a:ln xmlns:a="http://schemas.openxmlformats.org/drawingml/2006/main" w="14288">
            <a:solidFill>
              <a:srgbClr val="252A26"/>
            </a:solidFill>
            <a:prstDash val="solid"/>
          </a:ln>
        </p:spPr>
      </p:sp>
      <p:sp>
        <p:nvSpPr>
          <p:cNvPr id="60" name="result-monad">
            <a:extLst xmlns:a="http://schemas.openxmlformats.org/drawingml/2006/main">
              <a:ext uri="{FF2B5EF4-FFF2-40B4-BE49-F238E27FC236}">
                <a16:creationId xmlns:a16="http://schemas.microsoft.com/office/drawing/2014/main" id="{57759DD6-E129-4CC6-806C-B98737ECCED1}"/>
              </a:ext>
            </a:extLst>
          </p:cNvPr>
          <p:cNvSpPr>
            <a:spLocks xmlns:a="http://schemas.openxmlformats.org/drawingml/2006/main" noGrp="1"/>
          </p:cNvSpPr>
          <p:nvPr/>
        </p:nvSpPr>
        <p:spPr>
          <a:xfrm xmlns:a="http://schemas.openxmlformats.org/drawingml/2006/main">
            <a:off x="7258050" y="4419600"/>
            <a:ext cx="16764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2100" b="1">
                <a:solidFill>
                  <a:srgbClr val="C7F52F"/>
                </a:solidFill>
                <a:latin typeface="Arial Black"/>
                <a:ea typeface="Arial Black"/>
                <a:cs typeface="Arial Black"/>
              </a:defRPr>
            </a:pPr>
            <a:r>
              <a:rPr sz="2100" b="1">
                <a:solidFill>
                  <a:srgbClr val="C7F52F"/>
                </a:solidFill>
                <a:latin typeface="Arial Black"/>
                <a:ea typeface="Arial Black"/>
                <a:cs typeface="Arial Black"/>
              </a:rPr>
              <a:t>MONAD</a:t>
            </a:r>
          </a:p>
        </p:txBody>
      </p:sp>
      <p:sp>
        <p:nvSpPr>
          <p:cNvPr id="61" name="result-monad-label">
            <a:extLst xmlns:a="http://schemas.openxmlformats.org/drawingml/2006/main">
              <a:ext uri="{FF2B5EF4-FFF2-40B4-BE49-F238E27FC236}">
                <a16:creationId xmlns:a16="http://schemas.microsoft.com/office/drawing/2014/main" id="{9BEF213D-F54C-4E1C-9906-85AEFD9BBB97}"/>
              </a:ext>
            </a:extLst>
          </p:cNvPr>
          <p:cNvSpPr>
            <a:spLocks xmlns:a="http://schemas.openxmlformats.org/drawingml/2006/main" noGrp="1"/>
          </p:cNvSpPr>
          <p:nvPr/>
        </p:nvSpPr>
        <p:spPr>
          <a:xfrm xmlns:a="http://schemas.openxmlformats.org/drawingml/2006/main">
            <a:off x="7296150" y="4857750"/>
            <a:ext cx="2381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50" b="0">
                <a:solidFill>
                  <a:srgbClr val="858B84"/>
                </a:solidFill>
                <a:latin typeface="Courier New"/>
                <a:ea typeface="Courier New"/>
                <a:cs typeface="Courier New"/>
              </a:defRPr>
            </a:pPr>
            <a:r>
              <a:rPr sz="1050" b="0">
                <a:solidFill>
                  <a:srgbClr val="858B84"/>
                </a:solidFill>
                <a:latin typeface="Courier New"/>
                <a:ea typeface="Courier New"/>
                <a:cs typeface="Courier New"/>
              </a:rPr>
              <a:t>ORDERS RECORDED CLAIMS</a:t>
            </a:r>
          </a:p>
        </p:txBody>
      </p:sp>
      <p:sp>
        <p:nvSpPr>
          <p:cNvPr id="62" name="result-rain">
            <a:extLst xmlns:a="http://schemas.openxmlformats.org/drawingml/2006/main">
              <a:ext uri="{FF2B5EF4-FFF2-40B4-BE49-F238E27FC236}">
                <a16:creationId xmlns:a16="http://schemas.microsoft.com/office/drawing/2014/main" id="{F502DEF4-F4FA-4754-95E8-4C1D5B89C504}"/>
              </a:ext>
            </a:extLst>
          </p:cNvPr>
          <p:cNvSpPr>
            <a:spLocks xmlns:a="http://schemas.openxmlformats.org/drawingml/2006/main" noGrp="1"/>
          </p:cNvSpPr>
          <p:nvPr/>
        </p:nvSpPr>
        <p:spPr>
          <a:xfrm xmlns:a="http://schemas.openxmlformats.org/drawingml/2006/main">
            <a:off x="9677400" y="4419600"/>
            <a:ext cx="17335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2100" b="1">
                <a:solidFill>
                  <a:srgbClr val="FF2B79"/>
                </a:solidFill>
                <a:latin typeface="Arial Black"/>
                <a:ea typeface="Arial Black"/>
                <a:cs typeface="Arial Black"/>
              </a:defRPr>
            </a:pPr>
            <a:r>
              <a:rPr sz="2100" b="1">
                <a:solidFill>
                  <a:srgbClr val="FF2B79"/>
                </a:solidFill>
                <a:latin typeface="Arial Black"/>
                <a:ea typeface="Arial Black"/>
                <a:cs typeface="Arial Black"/>
              </a:rPr>
              <a:t>RAIN</a:t>
            </a:r>
          </a:p>
        </p:txBody>
      </p:sp>
      <p:sp>
        <p:nvSpPr>
          <p:cNvPr id="63" name="result-rain-label">
            <a:extLst xmlns:a="http://schemas.openxmlformats.org/drawingml/2006/main">
              <a:ext uri="{FF2B5EF4-FFF2-40B4-BE49-F238E27FC236}">
                <a16:creationId xmlns:a16="http://schemas.microsoft.com/office/drawing/2014/main" id="{D0E2E827-DA08-4335-84E6-07B9C9BF006A}"/>
              </a:ext>
            </a:extLst>
          </p:cNvPr>
          <p:cNvSpPr>
            <a:spLocks xmlns:a="http://schemas.openxmlformats.org/drawingml/2006/main" noGrp="1"/>
          </p:cNvSpPr>
          <p:nvPr/>
        </p:nvSpPr>
        <p:spPr>
          <a:xfrm xmlns:a="http://schemas.openxmlformats.org/drawingml/2006/main">
            <a:off x="9467850" y="4857750"/>
            <a:ext cx="1943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1125" b="0">
                <a:solidFill>
                  <a:srgbClr val="858B84"/>
                </a:solidFill>
                <a:latin typeface="Courier New"/>
                <a:ea typeface="Courier New"/>
                <a:cs typeface="Courier New"/>
              </a:defRPr>
            </a:pPr>
            <a:r>
              <a:rPr sz="1125" b="0">
                <a:solidFill>
                  <a:srgbClr val="858B84"/>
                </a:solidFill>
                <a:latin typeface="Courier New"/>
                <a:ea typeface="Courier New"/>
                <a:cs typeface="Courier New"/>
              </a:rPr>
              <a:t>SCOPES AUTHORITY</a:t>
            </a:r>
          </a:p>
        </p:txBody>
      </p:sp>
      <p:sp>
        <p:nvSpPr>
          <p:cNvPr id="64" name="closing-rule">
            <a:extLst xmlns:a="http://schemas.openxmlformats.org/drawingml/2006/main">
              <a:ext uri="{FF2B5EF4-FFF2-40B4-BE49-F238E27FC236}">
                <a16:creationId xmlns:a16="http://schemas.microsoft.com/office/drawing/2014/main" id="{658C4B18-0C6C-4B9A-A1B1-E11A701E5C4D}"/>
              </a:ext>
            </a:extLst>
          </p:cNvPr>
          <p:cNvSpPr>
            <a:spLocks xmlns:a="http://schemas.openxmlformats.org/drawingml/2006/main" noGrp="1"/>
          </p:cNvSpPr>
          <p:nvPr/>
        </p:nvSpPr>
        <p:spPr>
          <a:xfrm xmlns:a="http://schemas.openxmlformats.org/drawingml/2006/main">
            <a:off x="381000" y="5753100"/>
            <a:ext cx="11430000" cy="0"/>
          </a:xfrm>
          <a:prstGeom xmlns:a="http://schemas.openxmlformats.org/drawingml/2006/main" prst="line">
            <a:avLst/>
          </a:prstGeom>
          <a:noFill xmlns:a="http://schemas.openxmlformats.org/drawingml/2006/main"/>
          <a:ln xmlns:a="http://schemas.openxmlformats.org/drawingml/2006/main" w="11430">
            <a:solidFill>
              <a:srgbClr val="252A26"/>
            </a:solidFill>
            <a:prstDash val="solid"/>
          </a:ln>
        </p:spPr>
      </p:sp>
      <p:sp>
        <p:nvSpPr>
          <p:cNvPr id="65" name="closing-thesis">
            <a:extLst xmlns:a="http://schemas.openxmlformats.org/drawingml/2006/main">
              <a:ext uri="{FF2B5EF4-FFF2-40B4-BE49-F238E27FC236}">
                <a16:creationId xmlns:a16="http://schemas.microsoft.com/office/drawing/2014/main" id="{159623C1-905F-4082-A072-67E5680678A9}"/>
              </a:ext>
            </a:extLst>
          </p:cNvPr>
          <p:cNvSpPr>
            <a:spLocks xmlns:a="http://schemas.openxmlformats.org/drawingml/2006/main" noGrp="1"/>
          </p:cNvSpPr>
          <p:nvPr/>
        </p:nvSpPr>
        <p:spPr>
          <a:xfrm xmlns:a="http://schemas.openxmlformats.org/drawingml/2006/main">
            <a:off x="381000" y="5905500"/>
            <a:ext cx="8191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500" b="1">
                <a:solidFill>
                  <a:srgbClr val="F1EFE5"/>
                </a:solidFill>
                <a:latin typeface="Courier New"/>
                <a:ea typeface="Courier New"/>
                <a:cs typeface="Courier New"/>
              </a:defRPr>
            </a:pPr>
            <a:r>
              <a:rPr sz="1500" b="1">
                <a:solidFill>
                  <a:srgbClr val="F1EFE5"/>
                </a:solidFill>
                <a:latin typeface="Courier New"/>
                <a:ea typeface="Courier New"/>
                <a:cs typeface="Courier New"/>
              </a:rPr>
              <a:t>NOT AI THAT SHOPS. A MARKET WHERE DEMAND ORGANIZES ITSELF.</a:t>
            </a:r>
          </a:p>
        </p:txBody>
      </p:sp>
      <p:sp>
        <p:nvSpPr>
          <p:cNvPr id="66" name="closing-action">
            <a:extLst xmlns:a="http://schemas.openxmlformats.org/drawingml/2006/main">
              <a:ext uri="{FF2B5EF4-FFF2-40B4-BE49-F238E27FC236}">
                <a16:creationId xmlns:a16="http://schemas.microsoft.com/office/drawing/2014/main" id="{73BE9794-8F73-4E7B-AEBA-7982233CD41A}"/>
              </a:ext>
            </a:extLst>
          </p:cNvPr>
          <p:cNvSpPr>
            <a:spLocks xmlns:a="http://schemas.openxmlformats.org/drawingml/2006/main" noGrp="1"/>
          </p:cNvSpPr>
          <p:nvPr/>
        </p:nvSpPr>
        <p:spPr>
          <a:xfrm xmlns:a="http://schemas.openxmlformats.org/drawingml/2006/main">
            <a:off x="8915400" y="5905500"/>
            <a:ext cx="28956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1050" b="1">
                <a:solidFill>
                  <a:srgbClr val="C7F52F"/>
                </a:solidFill>
                <a:latin typeface="Courier New"/>
                <a:ea typeface="Courier New"/>
                <a:cs typeface="Courier New"/>
              </a:defRPr>
            </a:pPr>
            <a:r>
              <a:rPr sz="1050" b="1">
                <a:solidFill>
                  <a:srgbClr val="C7F52F"/>
                </a:solidFill>
                <a:latin typeface="Courier New"/>
                <a:ea typeface="Courier New"/>
                <a:cs typeface="Courier New"/>
              </a:rPr>
              <a:t>RAIN VERIFIED · MONAD LOCAL</a:t>
            </a:r>
          </a:p>
        </p:txBody>
      </p:sp>
    </p:spTree>
    <p:extLst>
      <p:ext uri="{BB962C8B-B14F-4D97-AF65-F5344CB8AC3E}">
        <p14:creationId xmlns:p14="http://schemas.microsoft.com/office/powerpoint/2010/main" val="66398493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2026-08-09T07:52:41.4790000Z</dcterms:created>
  <dcterms:modified xsi:type="dcterms:W3CDTF">2026-08-09T07:52:41.4790000Z</dcterms:modified>
</coreProperties>
</file>